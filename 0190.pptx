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5" r:id="rId1"/>
    <p:sldMasterId id="2147483760" r:id="rId2"/>
  </p:sldMasterIdLst>
  <p:notesMasterIdLst>
    <p:notesMasterId r:id="rId8"/>
  </p:notesMasterIdLst>
  <p:handoutMasterIdLst>
    <p:handoutMasterId r:id="rId9"/>
  </p:handoutMasterIdLst>
  <p:sldIdLst>
    <p:sldId id="300" r:id="rId3"/>
    <p:sldId id="266" r:id="rId4"/>
    <p:sldId id="323" r:id="rId5"/>
    <p:sldId id="324" r:id="rId6"/>
    <p:sldId id="325" r:id="rId7"/>
  </p:sldIdLst>
  <p:sldSz cx="12192000" cy="6858000"/>
  <p:notesSz cx="6858000" cy="9144000"/>
  <p:embeddedFontLst>
    <p:embeddedFont>
      <p:font typeface="UCL Sans" pitchFamily="2" charset="0"/>
      <p:regular r:id=""/>
      <p:bold r:id=""/>
      <p:italic r:id=""/>
    </p:embeddedFont>
    <p:embeddedFont>
      <p:font typeface="UCL Sans SemiBold"/>
      <p:regular r:id=""/>
      <p:bold r:id=""/>
      <p:italic r:id=""/>
      <p:boldItalic r:id=""/>
    </p:embeddedFont>
  </p:embeddedFontLst>
  <p:defaultTextStyle>
    <a:defPPr>
      <a:defRPr lang="en-US"/>
    </a:defPPr>
    <a:lvl1pPr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521415D9-36F7-43E2-AB2F-B90AF26B5E84}">
      <p14:sectionLst xmlns:p14="http://schemas.microsoft.com/office/powerpoint/2010/main">
        <p14:section name="UCL Slides" id="{64BE57D8-B9E0-4D48-BBC7-659295F1B008}">
          <p14:sldIdLst>
            <p14:sldId id="300"/>
            <p14:sldId id="266"/>
            <p14:sldId id="323"/>
            <p14:sldId id="324"/>
            <p14:sldId id="3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E5C"/>
    <a:srgbClr val="5487FF"/>
    <a:srgbClr val="F56300"/>
    <a:srgbClr val="00A19D"/>
    <a:srgbClr val="ED357D"/>
    <a:srgbClr val="FAFAFA"/>
    <a:srgbClr val="3A1857"/>
    <a:srgbClr val="781C1C"/>
    <a:srgbClr val="57B444"/>
    <a:srgbClr val="9E1A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1"/>
    <p:restoredTop sz="86045"/>
  </p:normalViewPr>
  <p:slideViewPr>
    <p:cSldViewPr>
      <p:cViewPr>
        <p:scale>
          <a:sx n="65" d="100"/>
          <a:sy n="65" d="100"/>
        </p:scale>
        <p:origin x="176" y="1072"/>
      </p:cViewPr>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46" d="100"/>
          <a:sy n="146" d="100"/>
        </p:scale>
        <p:origin x="414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E67AAA-7040-8B0B-8122-DDA10601D6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447D23-0C3D-D7C0-6667-B2C6AA1EE4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1D93C3-F286-9C4B-98EC-FBB7F0C69BB5}" type="datetimeFigureOut">
              <a:rPr lang="en-US" smtClean="0"/>
              <a:t>3/21/26</a:t>
            </a:fld>
            <a:endParaRPr lang="en-US"/>
          </a:p>
        </p:txBody>
      </p:sp>
      <p:sp>
        <p:nvSpPr>
          <p:cNvPr id="4" name="Footer Placeholder 3">
            <a:extLst>
              <a:ext uri="{FF2B5EF4-FFF2-40B4-BE49-F238E27FC236}">
                <a16:creationId xmlns:a16="http://schemas.microsoft.com/office/drawing/2014/main" id="{9D20A97E-0F68-A874-C9FD-80673D508B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FBACC15-A2E2-9CD3-5B2C-9BBABA6B421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A0B70-CCF2-4444-BE01-B320D9CE5A46}" type="slidenum">
              <a:rPr lang="en-US" smtClean="0"/>
              <a:t>‹#›</a:t>
            </a:fld>
            <a:endParaRPr lang="en-US"/>
          </a:p>
        </p:txBody>
      </p:sp>
    </p:spTree>
    <p:extLst>
      <p:ext uri="{BB962C8B-B14F-4D97-AF65-F5344CB8AC3E}">
        <p14:creationId xmlns:p14="http://schemas.microsoft.com/office/powerpoint/2010/main" val="251416721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8A70A-88C5-8F48-B495-07492CFAC4E8}" type="datetimeFigureOut">
              <a:rPr lang="en-US" smtClean="0"/>
              <a:t>3/21/26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BC158-BB56-D04E-8DE4-3CEB786515BF}" type="slidenum">
              <a:rPr lang="en-US" smtClean="0"/>
              <a:t>‹#›</a:t>
            </a:fld>
            <a:endParaRPr lang="en-US"/>
          </a:p>
        </p:txBody>
      </p:sp>
    </p:spTree>
    <p:extLst>
      <p:ext uri="{BB962C8B-B14F-4D97-AF65-F5344CB8AC3E}">
        <p14:creationId xmlns:p14="http://schemas.microsoft.com/office/powerpoint/2010/main" val="28490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C374-C70F-E620-424B-1314E0184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A6382-5969-12D1-380B-2E7E49DD4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E02FB-9EEB-C072-3EC9-7C760FE7B6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Faculty, School, department name cover title slide, using a full UCL Dark Purple colour as the background. The slide layout includes a main heading in the top left corner. The presenters’ names and the date are shown in the bottom left corner. The UCL logo is positioned in the bottom right corner of the slide.</a:t>
            </a:r>
            <a:endParaRPr lang="en-US" dirty="0"/>
          </a:p>
        </p:txBody>
      </p:sp>
      <p:sp>
        <p:nvSpPr>
          <p:cNvPr id="4" name="Slide Number Placeholder 3">
            <a:extLst>
              <a:ext uri="{FF2B5EF4-FFF2-40B4-BE49-F238E27FC236}">
                <a16:creationId xmlns:a16="http://schemas.microsoft.com/office/drawing/2014/main" id="{92BB68DA-B4E8-EA00-6646-AE3D940A74F1}"/>
              </a:ext>
            </a:extLst>
          </p:cNvPr>
          <p:cNvSpPr>
            <a:spLocks noGrp="1"/>
          </p:cNvSpPr>
          <p:nvPr>
            <p:ph type="sldNum" sz="quarter" idx="5"/>
          </p:nvPr>
        </p:nvSpPr>
        <p:spPr/>
        <p:txBody>
          <a:bodyPr/>
          <a:lstStyle/>
          <a:p>
            <a:fld id="{E28BC158-BB56-D04E-8DE4-3CEB786515BF}" type="slidenum">
              <a:rPr lang="en-US" smtClean="0"/>
              <a:t>1</a:t>
            </a:fld>
            <a:endParaRPr lang="en-US"/>
          </a:p>
        </p:txBody>
      </p:sp>
    </p:spTree>
    <p:extLst>
      <p:ext uri="{BB962C8B-B14F-4D97-AF65-F5344CB8AC3E}">
        <p14:creationId xmlns:p14="http://schemas.microsoft.com/office/powerpoint/2010/main" val="1987359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t>2</a:t>
            </a:fld>
            <a:endParaRPr lang="en-US"/>
          </a:p>
        </p:txBody>
      </p:sp>
    </p:spTree>
    <p:extLst>
      <p:ext uri="{BB962C8B-B14F-4D97-AF65-F5344CB8AC3E}">
        <p14:creationId xmlns:p14="http://schemas.microsoft.com/office/powerpoint/2010/main" val="474477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BBA83-2E13-2B0D-ABC8-1E574047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E737-880B-B0D6-5179-41942B5E7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444E3-22D2-55F4-5DDD-80CC2890B484}"/>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a:extLst>
              <a:ext uri="{FF2B5EF4-FFF2-40B4-BE49-F238E27FC236}">
                <a16:creationId xmlns:a16="http://schemas.microsoft.com/office/drawing/2014/main" id="{D1A3E92D-535E-B5DB-1148-E54AA8790510}"/>
              </a:ext>
            </a:extLst>
          </p:cNvPr>
          <p:cNvSpPr>
            <a:spLocks noGrp="1"/>
          </p:cNvSpPr>
          <p:nvPr>
            <p:ph type="sldNum" sz="quarter" idx="5"/>
          </p:nvPr>
        </p:nvSpPr>
        <p:spPr/>
        <p:txBody>
          <a:bodyPr/>
          <a:lstStyle/>
          <a:p>
            <a:fld id="{E28BC158-BB56-D04E-8DE4-3CEB786515BF}" type="slidenum">
              <a:rPr lang="en-US" smtClean="0"/>
              <a:t>3</a:t>
            </a:fld>
            <a:endParaRPr lang="en-US"/>
          </a:p>
        </p:txBody>
      </p:sp>
    </p:spTree>
    <p:extLst>
      <p:ext uri="{BB962C8B-B14F-4D97-AF65-F5344CB8AC3E}">
        <p14:creationId xmlns:p14="http://schemas.microsoft.com/office/powerpoint/2010/main" val="3125364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BFF78-4575-4CDE-2668-2698AEE37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8D803-E484-1F39-B5A9-04348B908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D9BA6D-C7B8-DED3-74FB-CE5C22B0740A}"/>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a:extLst>
              <a:ext uri="{FF2B5EF4-FFF2-40B4-BE49-F238E27FC236}">
                <a16:creationId xmlns:a16="http://schemas.microsoft.com/office/drawing/2014/main" id="{B7F56C92-E609-2B84-77F7-BD63110791E4}"/>
              </a:ext>
            </a:extLst>
          </p:cNvPr>
          <p:cNvSpPr>
            <a:spLocks noGrp="1"/>
          </p:cNvSpPr>
          <p:nvPr>
            <p:ph type="sldNum" sz="quarter" idx="5"/>
          </p:nvPr>
        </p:nvSpPr>
        <p:spPr/>
        <p:txBody>
          <a:bodyPr/>
          <a:lstStyle/>
          <a:p>
            <a:fld id="{E28BC158-BB56-D04E-8DE4-3CEB786515BF}" type="slidenum">
              <a:rPr lang="en-US" smtClean="0"/>
              <a:t>4</a:t>
            </a:fld>
            <a:endParaRPr lang="en-US"/>
          </a:p>
        </p:txBody>
      </p:sp>
    </p:spTree>
    <p:extLst>
      <p:ext uri="{BB962C8B-B14F-4D97-AF65-F5344CB8AC3E}">
        <p14:creationId xmlns:p14="http://schemas.microsoft.com/office/powerpoint/2010/main" val="2962185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31FA7-A1BA-5641-CDB1-BB6A7198A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B4AD6-9A18-27EC-D112-F21FB4EED7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61A00-08F2-7A40-B878-508C3B7C1096}"/>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a:extLst>
              <a:ext uri="{FF2B5EF4-FFF2-40B4-BE49-F238E27FC236}">
                <a16:creationId xmlns:a16="http://schemas.microsoft.com/office/drawing/2014/main" id="{61E5042D-A528-97D8-6232-EF243571FEAD}"/>
              </a:ext>
            </a:extLst>
          </p:cNvPr>
          <p:cNvSpPr>
            <a:spLocks noGrp="1"/>
          </p:cNvSpPr>
          <p:nvPr>
            <p:ph type="sldNum" sz="quarter" idx="5"/>
          </p:nvPr>
        </p:nvSpPr>
        <p:spPr/>
        <p:txBody>
          <a:bodyPr/>
          <a:lstStyle/>
          <a:p>
            <a:fld id="{E28BC158-BB56-D04E-8DE4-3CEB786515BF}" type="slidenum">
              <a:rPr lang="en-US" smtClean="0"/>
              <a:t>5</a:t>
            </a:fld>
            <a:endParaRPr lang="en-US"/>
          </a:p>
        </p:txBody>
      </p:sp>
    </p:spTree>
    <p:extLst>
      <p:ext uri="{BB962C8B-B14F-4D97-AF65-F5344CB8AC3E}">
        <p14:creationId xmlns:p14="http://schemas.microsoft.com/office/powerpoint/2010/main" val="116680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mple_Title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 </a:t>
            </a:r>
          </a:p>
        </p:txBody>
      </p:sp>
      <p:pic>
        <p:nvPicPr>
          <p:cNvPr id="9" name="Picture 8" descr="UCL logo, University College London">
            <a:extLst>
              <a:ext uri="{FF2B5EF4-FFF2-40B4-BE49-F238E27FC236}">
                <a16:creationId xmlns:a16="http://schemas.microsoft.com/office/drawing/2014/main" id="{D13C0C81-E6EF-C626-E359-2DC4637817EE}"/>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3370091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mple_Title full name logo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5" name="Text Placeholder 2">
            <a:extLst>
              <a:ext uri="{FF2B5EF4-FFF2-40B4-BE49-F238E27FC236}">
                <a16:creationId xmlns:a16="http://schemas.microsoft.com/office/drawing/2014/main" id="{964ED5BF-C3CF-4D38-BE90-EA0A915CFA6D}"/>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136BEE82-A57F-C035-F03D-A9DCB796DC7D}"/>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pic>
        <p:nvPicPr>
          <p:cNvPr id="9" name="Picture 8" descr="UCL logo, University College London">
            <a:extLst>
              <a:ext uri="{FF2B5EF4-FFF2-40B4-BE49-F238E27FC236}">
                <a16:creationId xmlns:a16="http://schemas.microsoft.com/office/drawing/2014/main" id="{806284FE-9AAB-111F-B7E9-0694AF943D76}"/>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974178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mple_Title  - Faculty, School Department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3627624"/>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135648"/>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sp>
        <p:nvSpPr>
          <p:cNvPr id="6" name="Text Placeholder 2">
            <a:extLst>
              <a:ext uri="{FF2B5EF4-FFF2-40B4-BE49-F238E27FC236}">
                <a16:creationId xmlns:a16="http://schemas.microsoft.com/office/drawing/2014/main" id="{9B210098-618B-3211-A070-0B31B3AB0AFB}"/>
              </a:ext>
            </a:extLst>
          </p:cNvPr>
          <p:cNvSpPr>
            <a:spLocks noGrp="1"/>
          </p:cNvSpPr>
          <p:nvPr>
            <p:ph type="body" idx="11" hasCustomPrompt="1"/>
          </p:nvPr>
        </p:nvSpPr>
        <p:spPr>
          <a:xfrm>
            <a:off x="2273719" y="5854933"/>
            <a:ext cx="6240809" cy="582780"/>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Type in your faculty/department/unit name here </a:t>
            </a:r>
          </a:p>
          <a:p>
            <a:pPr lvl="0"/>
            <a:r>
              <a:rPr lang="en-GB" dirty="0"/>
              <a:t>UCL Sans Regular 18pt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CL logo, University College London">
            <a:extLst>
              <a:ext uri="{FF2B5EF4-FFF2-40B4-BE49-F238E27FC236}">
                <a16:creationId xmlns:a16="http://schemas.microsoft.com/office/drawing/2014/main" id="{015A3936-D42C-5AA9-C95F-13B329034A6F}"/>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4107889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imple_Title -2-3 line heading and image">
    <p:bg>
      <p:bgPr>
        <a:solidFill>
          <a:schemeClr val="accent1"/>
        </a:soli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8531EDC-6E9D-171F-68E1-2D8DBFCDB40E}"/>
              </a:ext>
            </a:extLst>
          </p:cNvPr>
          <p:cNvSpPr>
            <a:spLocks noGrp="1"/>
          </p:cNvSpPr>
          <p:nvPr>
            <p:ph type="pic" idx="13"/>
          </p:nvPr>
        </p:nvSpPr>
        <p:spPr>
          <a:xfrm>
            <a:off x="1354138" y="2852936"/>
            <a:ext cx="10837862" cy="400506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CL logo, University College London">
            <a:extLst>
              <a:ext uri="{FF2B5EF4-FFF2-40B4-BE49-F238E27FC236}">
                <a16:creationId xmlns:a16="http://schemas.microsoft.com/office/drawing/2014/main" id="{D18708AF-A3A2-2F68-E544-B6827803E2D8}"/>
              </a:ext>
            </a:extLst>
          </p:cNvPr>
          <p:cNvPicPr>
            <a:picLocks noGrp="1" noRot="1" noMove="1" noResize="1" noEditPoints="1" noAdjustHandles="1" noChangeArrowheads="1" noChangeShapeType="1" noCrop="1"/>
          </p:cNvPicPr>
          <p:nvPr userDrawn="1"/>
        </p:nvPicPr>
        <p:blipFill>
          <a:blip/>
          <a:stretch>
            <a:fillRect/>
          </a:stretch>
        </p:blipFill>
        <p:spPr>
          <a:xfrm>
            <a:off x="8937625" y="5653541"/>
            <a:ext cx="2843213" cy="798059"/>
          </a:xfrm>
          <a:prstGeom prst="rect">
            <a:avLst/>
          </a:prstGeom>
        </p:spPr>
      </p:pic>
    </p:spTree>
    <p:extLst>
      <p:ext uri="{BB962C8B-B14F-4D97-AF65-F5344CB8AC3E}">
        <p14:creationId xmlns:p14="http://schemas.microsoft.com/office/powerpoint/2010/main" val="2556291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mple_Divider1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409575"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409575"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409575"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5145088"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pic>
        <p:nvPicPr>
          <p:cNvPr id="3" name="Picture 2">
            <a:extLst>
              <a:ext uri="{FF2B5EF4-FFF2-40B4-BE49-F238E27FC236}">
                <a16:creationId xmlns:a16="http://schemas.microsoft.com/office/drawing/2014/main" id="{C3458C44-E5EC-6C0F-07EE-14F8EFD8519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823335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imple_Divider2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5735960"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5735960"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5735960"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0"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pic>
        <p:nvPicPr>
          <p:cNvPr id="3" name="Picture 2">
            <a:extLst>
              <a:ext uri="{FF2B5EF4-FFF2-40B4-BE49-F238E27FC236}">
                <a16:creationId xmlns:a16="http://schemas.microsoft.com/office/drawing/2014/main" id="{1E18122F-70D4-67D5-8E4D-F01945D7B59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911210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_Content – 1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7583834"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9" name="Content Placeholder">
            <a:extLst>
              <a:ext uri="{FF2B5EF4-FFF2-40B4-BE49-F238E27FC236}">
                <a16:creationId xmlns:a16="http://schemas.microsoft.com/office/drawing/2014/main" id="{56CD648F-431D-5F73-408C-9A9A725008CE}"/>
              </a:ext>
            </a:extLst>
          </p:cNvPr>
          <p:cNvSpPr>
            <a:spLocks noGrp="1"/>
          </p:cNvSpPr>
          <p:nvPr>
            <p:ph idx="1" hasCustomPrompt="1"/>
          </p:nvPr>
        </p:nvSpPr>
        <p:spPr>
          <a:xfrm>
            <a:off x="418539" y="1916826"/>
            <a:ext cx="7572936" cy="3758834"/>
          </a:xfrm>
          <a:prstGeom prst="rect">
            <a:avLst/>
          </a:prstGeom>
        </p:spPr>
        <p:txBody>
          <a:bodyPr/>
          <a:lstStyle>
            <a:lvl1pPr>
              <a:buNone/>
              <a:defRPr sz="1800"/>
            </a:lvl1pPr>
          </a:lstStyle>
          <a:p>
            <a:pPr lvl="0"/>
            <a:r>
              <a:rPr lang="en-GB" dirty="0"/>
              <a:t>Space for graphs, images, charts, videos</a:t>
            </a:r>
          </a:p>
        </p:txBody>
      </p:sp>
      <p:pic>
        <p:nvPicPr>
          <p:cNvPr id="7" name="Picture 6">
            <a:extLst>
              <a:ext uri="{FF2B5EF4-FFF2-40B4-BE49-F238E27FC236}">
                <a16:creationId xmlns:a16="http://schemas.microsoft.com/office/drawing/2014/main" id="{86D0927E-B17D-5AAB-7B62-A7F6E96D74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14353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mple_Content – 2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D734C2A9-9A5D-B1B8-4932-DFDAC1AE7955}"/>
              </a:ext>
            </a:extLst>
          </p:cNvPr>
          <p:cNvSpPr>
            <a:spLocks noGrp="1"/>
          </p:cNvSpPr>
          <p:nvPr>
            <p:ph type="body" sz="half" idx="2" hasCustomPrompt="1"/>
          </p:nvPr>
        </p:nvSpPr>
        <p:spPr>
          <a:xfrm>
            <a:off x="409575" y="421180"/>
            <a:ext cx="4735513"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16" name="Text Placeholder 3">
            <a:extLst>
              <a:ext uri="{FF2B5EF4-FFF2-40B4-BE49-F238E27FC236}">
                <a16:creationId xmlns:a16="http://schemas.microsoft.com/office/drawing/2014/main" id="{779E96EC-744C-3144-B51D-E5100BEE942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tx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12" name="Content Placeholder 3">
            <a:extLst>
              <a:ext uri="{FF2B5EF4-FFF2-40B4-BE49-F238E27FC236}">
                <a16:creationId xmlns:a16="http://schemas.microsoft.com/office/drawing/2014/main" id="{A0CEB380-FACF-CB25-2505-20906C2E85C2}"/>
              </a:ext>
              <a:ext uri="{C183D7F6-B498-43B3-948B-1728B52AA6E4}">
                <adec:decorative xmlns:adec="http://schemas.microsoft.com/office/drawing/2017/decorative" val="0"/>
              </a:ext>
            </a:extLst>
          </p:cNvPr>
          <p:cNvSpPr>
            <a:spLocks noGrp="1"/>
          </p:cNvSpPr>
          <p:nvPr>
            <p:ph sz="half" idx="1" hasCustomPrompt="1"/>
          </p:nvPr>
        </p:nvSpPr>
        <p:spPr>
          <a:xfrm>
            <a:off x="446080" y="2422525"/>
            <a:ext cx="4686360"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13" name="Content Placeholder 5">
            <a:extLst>
              <a:ext uri="{FF2B5EF4-FFF2-40B4-BE49-F238E27FC236}">
                <a16:creationId xmlns:a16="http://schemas.microsoft.com/office/drawing/2014/main" id="{EFB165C1-BA6C-CC63-70EA-E4881C9B3782}"/>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pic>
        <p:nvPicPr>
          <p:cNvPr id="4" name="Picture 3">
            <a:extLst>
              <a:ext uri="{FF2B5EF4-FFF2-40B4-BE49-F238E27FC236}">
                <a16:creationId xmlns:a16="http://schemas.microsoft.com/office/drawing/2014/main" id="{ECA53278-43EB-727A-BB6A-5159390105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52682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_Content – 1 column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31819" y="409575"/>
            <a:ext cx="7550693"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40783" y="1916825"/>
            <a:ext cx="7550692" cy="3528300"/>
          </a:xfrm>
          <a:prstGeom prst="rect">
            <a:avLst/>
          </a:prstGeom>
        </p:spPr>
        <p:txBody>
          <a:bodyPr/>
          <a:lstStyle>
            <a:lvl1pPr marL="0">
              <a:lnSpc>
                <a:spcPct val="100000"/>
              </a:lnSpc>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pic>
        <p:nvPicPr>
          <p:cNvPr id="7" name="Picture 6">
            <a:extLst>
              <a:ext uri="{FF2B5EF4-FFF2-40B4-BE49-F238E27FC236}">
                <a16:creationId xmlns:a16="http://schemas.microsoft.com/office/drawing/2014/main" id="{0D96BD17-ACBE-B136-C0C2-347FD6061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917175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mple_Content – 2 column title and subheading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18745" y="409575"/>
            <a:ext cx="7572730" cy="1009650"/>
          </a:xfrm>
          <a:prstGeom prst="rect">
            <a:avLst/>
          </a:prstGeom>
        </p:spPr>
        <p:txBody>
          <a:bodyPr anchor="t"/>
          <a:lstStyle>
            <a:lvl1pPr algn="l">
              <a:lnSpc>
                <a:spcPct val="100000"/>
              </a:lnSpc>
              <a:defRPr sz="3600">
                <a:solidFill>
                  <a:schemeClr val="accent1"/>
                </a:solidFill>
              </a:defRPr>
            </a:lvl1pPr>
          </a:lstStyle>
          <a:p>
            <a:pPr lvl="0"/>
            <a:r>
              <a:rPr lang="en-GB" dirty="0"/>
              <a:t>Headline 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27709" y="1916825"/>
            <a:ext cx="3321240" cy="3528300"/>
          </a:xfrm>
          <a:prstGeom prst="rect">
            <a:avLst/>
          </a:prstGeom>
        </p:spPr>
        <p:txBody>
          <a:bodyPr/>
          <a:lstStyle>
            <a:lvl1pPr marL="0" indent="0">
              <a:lnSpc>
                <a:spcPct val="100000"/>
              </a:lnSpc>
              <a:spcBef>
                <a:spcPts val="0"/>
              </a:spcBef>
              <a:buFont typeface="Wingdings" pitchFamily="2" charset="2"/>
              <a:buNone/>
              <a:defRPr sz="2400">
                <a:solidFill>
                  <a:schemeClr val="accent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Subheading text style, UCL Sans regular 24pt</a:t>
            </a:r>
          </a:p>
        </p:txBody>
      </p:sp>
      <p:sp>
        <p:nvSpPr>
          <p:cNvPr id="7" name="Text Placeholder 7">
            <a:extLst>
              <a:ext uri="{FF2B5EF4-FFF2-40B4-BE49-F238E27FC236}">
                <a16:creationId xmlns:a16="http://schemas.microsoft.com/office/drawing/2014/main" id="{55335586-933A-6F8D-CF5B-B9D033AD83A3}"/>
              </a:ext>
            </a:extLst>
          </p:cNvPr>
          <p:cNvSpPr>
            <a:spLocks noGrp="1"/>
          </p:cNvSpPr>
          <p:nvPr>
            <p:ph type="body" sz="quarter" idx="12" hasCustomPrompt="1"/>
          </p:nvPr>
        </p:nvSpPr>
        <p:spPr>
          <a:xfrm>
            <a:off x="4670235" y="1916825"/>
            <a:ext cx="3321240" cy="3528300"/>
          </a:xfrm>
          <a:prstGeom prst="rect">
            <a:avLst/>
          </a:prstGeom>
        </p:spPr>
        <p:txBody>
          <a:bodyPr/>
          <a:lstStyle>
            <a:lvl1pPr marL="0" indent="0">
              <a:lnSpc>
                <a:spcPct val="100000"/>
              </a:lnSpc>
              <a:spcBef>
                <a:spcPts val="0"/>
              </a:spcBef>
              <a:buFont typeface="Wingdings" pitchFamily="2" charset="2"/>
              <a:buNone/>
              <a:defRPr sz="1800">
                <a:solidFill>
                  <a:schemeClr val="tx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8" name="Picture 7">
            <a:extLst>
              <a:ext uri="{FF2B5EF4-FFF2-40B4-BE49-F238E27FC236}">
                <a16:creationId xmlns:a16="http://schemas.microsoft.com/office/drawing/2014/main" id="{8E0A8775-7F4C-B3DF-556A-43E4628D9E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777399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mple_Content – 2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3786188"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br>
              <a:rPr lang="en-GB" dirty="0"/>
            </a:b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53818" y="409575"/>
            <a:ext cx="6627019" cy="1006475"/>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UCL Sans Regular 18pt</a:t>
            </a:r>
            <a:endParaRPr lang="en-US" dirty="0"/>
          </a:p>
        </p:txBody>
      </p:sp>
      <p:pic>
        <p:nvPicPr>
          <p:cNvPr id="7" name="Picture 6">
            <a:extLst>
              <a:ext uri="{FF2B5EF4-FFF2-40B4-BE49-F238E27FC236}">
                <a16:creationId xmlns:a16="http://schemas.microsoft.com/office/drawing/2014/main" id="{0C7F7948-C0B4-4DA0-F295-8EA3ED1E9A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485046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_Content – 3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8531" y="409575"/>
            <a:ext cx="3797231"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8" name="Text Placeholder 7">
            <a:extLst>
              <a:ext uri="{FF2B5EF4-FFF2-40B4-BE49-F238E27FC236}">
                <a16:creationId xmlns:a16="http://schemas.microsoft.com/office/drawing/2014/main" id="{CDC1F16C-DBBC-93A6-C7EF-DE12462C35FD}"/>
              </a:ext>
            </a:extLst>
          </p:cNvPr>
          <p:cNvSpPr>
            <a:spLocks noGrp="1"/>
          </p:cNvSpPr>
          <p:nvPr>
            <p:ph type="body" sz="quarter" idx="11" hasCustomPrompt="1"/>
          </p:nvPr>
        </p:nvSpPr>
        <p:spPr>
          <a:xfrm>
            <a:off x="5156981"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sp>
        <p:nvSpPr>
          <p:cNvPr id="9" name="Text Placeholder 7">
            <a:extLst>
              <a:ext uri="{FF2B5EF4-FFF2-40B4-BE49-F238E27FC236}">
                <a16:creationId xmlns:a16="http://schemas.microsoft.com/office/drawing/2014/main" id="{9A92D522-EA5D-B98E-DDA4-80FEB73128FF}"/>
              </a:ext>
            </a:extLst>
          </p:cNvPr>
          <p:cNvSpPr>
            <a:spLocks noGrp="1"/>
          </p:cNvSpPr>
          <p:nvPr>
            <p:ph type="body" sz="quarter" idx="12" hasCustomPrompt="1"/>
          </p:nvPr>
        </p:nvSpPr>
        <p:spPr>
          <a:xfrm>
            <a:off x="8937625"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ECBB61E5-C9D8-A05D-C8A2-706AEF9A96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2166179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_Divider – 2 column title, subheading, text, table,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2940"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392940"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descr="Add a clear, concise statement describing the figures presented in the table">
            <a:extLst>
              <a:ext uri="{FF2B5EF4-FFF2-40B4-BE49-F238E27FC236}">
                <a16:creationId xmlns:a16="http://schemas.microsoft.com/office/drawing/2014/main" id="{A4C55113-F63B-C02B-63A2-F9C817D9BF39}"/>
              </a:ext>
            </a:extLst>
          </p:cNvPr>
          <p:cNvSpPr>
            <a:spLocks noGrp="1" noRot="1" noMove="1" noResize="1" noEditPoints="1" noAdjustHandles="1" noChangeArrowheads="1" noChangeShapeType="1"/>
          </p:cNvSpPr>
          <p:nvPr>
            <p:ph type="tbl" sz="quarter" idx="12"/>
          </p:nvPr>
        </p:nvSpPr>
        <p:spPr>
          <a:xfrm>
            <a:off x="392940" y="3619500"/>
            <a:ext cx="2841625" cy="2828925"/>
          </a:xfrm>
          <a:prstGeom prst="rect">
            <a:avLst/>
          </a:prstGeom>
        </p:spPr>
        <p:txBody>
          <a:bodyPr/>
          <a:lstStyle>
            <a:lvl1pPr>
              <a:defRPr>
                <a:solidFill>
                  <a:schemeClr val="bg1"/>
                </a:solidFill>
              </a:defRPr>
            </a:lvl1pPr>
          </a:lstStyle>
          <a:p>
            <a:r>
              <a:rPr lang="en-GB"/>
              <a:t>Click icon to add table</a:t>
            </a:r>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4411004" y="826261"/>
            <a:ext cx="7369833"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4411005" y="1419226"/>
            <a:ext cx="7371420" cy="4406388"/>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pic>
        <p:nvPicPr>
          <p:cNvPr id="3" name="Picture 2">
            <a:extLst>
              <a:ext uri="{FF2B5EF4-FFF2-40B4-BE49-F238E27FC236}">
                <a16:creationId xmlns:a16="http://schemas.microsoft.com/office/drawing/2014/main" id="{EAAC2962-03E0-EA22-DBC0-9E4736A7D3C7}"/>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340933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mple_Content – 2 column title, ima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56564" y="2046440"/>
            <a:ext cx="5516672" cy="2160435"/>
          </a:xfrm>
          <a:prstGeom prst="rect">
            <a:avLst/>
          </a:prstGeom>
        </p:spPr>
        <p:txBody>
          <a:bodyPr/>
          <a:lstStyle/>
          <a:p>
            <a:endParaRPr lang="en-US"/>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56600" y="4438650"/>
            <a:ext cx="5516637" cy="100647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282387" y="2046440"/>
            <a:ext cx="5516673" cy="2160435"/>
          </a:xfrm>
          <a:prstGeom prst="rect">
            <a:avLst/>
          </a:prstGeom>
        </p:spPr>
        <p:txBody>
          <a:bodyPr/>
          <a:lstStyle/>
          <a:p>
            <a:endParaRPr lang="en-US"/>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282388" y="4438650"/>
            <a:ext cx="5494895" cy="100647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87E78866-9053-C0FF-479E-006604389F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908856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imple_Content – Title - 2 column 1 image 1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56564" y="2046440"/>
            <a:ext cx="4429696" cy="3398685"/>
          </a:xfrm>
          <a:prstGeom prst="rect">
            <a:avLst/>
          </a:prstGeom>
        </p:spPr>
        <p:txBody>
          <a:bodyPr/>
          <a:lstStyle/>
          <a:p>
            <a:r>
              <a:rPr lang="en-GB"/>
              <a:t>Click icon to add picture</a:t>
            </a:r>
            <a:endParaRPr lang="en-US"/>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53818" y="2046440"/>
            <a:ext cx="6627019"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5" name="Picture 4">
            <a:extLst>
              <a:ext uri="{FF2B5EF4-FFF2-40B4-BE49-F238E27FC236}">
                <a16:creationId xmlns:a16="http://schemas.microsoft.com/office/drawing/2014/main" id="{0683C0A7-72DE-AAF6-9C2F-83EEF344D9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735878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full page image full colour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0" y="0"/>
            <a:ext cx="12192000" cy="6858000"/>
          </a:xfrm>
          <a:prstGeom prst="rect">
            <a:avLst/>
          </a:prstGeom>
        </p:spPr>
        <p:txBody>
          <a:bodyPr/>
          <a:lstStyle/>
          <a:p>
            <a:endParaRPr lang="en-US"/>
          </a:p>
        </p:txBody>
      </p:sp>
      <p:pic>
        <p:nvPicPr>
          <p:cNvPr id="5" name="Picture 4">
            <a:extLst>
              <a:ext uri="{FF2B5EF4-FFF2-40B4-BE49-F238E27FC236}">
                <a16:creationId xmlns:a16="http://schemas.microsoft.com/office/drawing/2014/main" id="{644561CB-C28E-2B9A-0BF9-49CA398334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621249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mple_Content – 4 column title, image,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noRot="1" noMove="1" noResize="1" noEditPoints="1" noAdjustHandles="1" noChangeArrowheads="1" noChangeShapeType="1"/>
          </p:cNvSpPr>
          <p:nvPr>
            <p:ph type="body" sz="quarter" idx="15" hasCustomPrompt="1"/>
          </p:nvPr>
        </p:nvSpPr>
        <p:spPr>
          <a:xfrm>
            <a:off x="434508" y="409575"/>
            <a:ext cx="8569680" cy="137795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34507" y="2145327"/>
            <a:ext cx="2717527" cy="1748196"/>
          </a:xfrm>
          <a:prstGeom prst="rect">
            <a:avLst/>
          </a:prstGeom>
        </p:spPr>
        <p:txBody>
          <a:bodyPr/>
          <a:lstStyle/>
          <a:p>
            <a:r>
              <a:rPr lang="en-GB" dirty="0"/>
              <a:t>Click icon to add picture</a:t>
            </a:r>
            <a:endParaRPr lang="en-US" dirty="0"/>
          </a:p>
        </p:txBody>
      </p:sp>
      <p:sp>
        <p:nvSpPr>
          <p:cNvPr id="2" name="Text Placeholder 3">
            <a:extLst>
              <a:ext uri="{FF2B5EF4-FFF2-40B4-BE49-F238E27FC236}">
                <a16:creationId xmlns:a16="http://schemas.microsoft.com/office/drawing/2014/main" id="{D8E98CA0-EAB4-835F-548A-B6C634C3B1F4}"/>
              </a:ext>
            </a:extLst>
          </p:cNvPr>
          <p:cNvSpPr>
            <a:spLocks noGrp="1"/>
          </p:cNvSpPr>
          <p:nvPr>
            <p:ph type="body" sz="half" idx="25" hasCustomPrompt="1"/>
          </p:nvPr>
        </p:nvSpPr>
        <p:spPr>
          <a:xfrm>
            <a:off x="434508" y="4087765"/>
            <a:ext cx="27175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3481193" y="2145327"/>
            <a:ext cx="2539327" cy="1748196"/>
          </a:xfrm>
          <a:prstGeom prst="rect">
            <a:avLst/>
          </a:prstGeom>
        </p:spPr>
        <p:txBody>
          <a:bodyPr/>
          <a:lstStyle/>
          <a:p>
            <a:r>
              <a:rPr lang="en-GB"/>
              <a:t>Click icon to add picture</a:t>
            </a:r>
            <a:endParaRPr lang="en-US"/>
          </a:p>
        </p:txBody>
      </p:sp>
      <p:sp>
        <p:nvSpPr>
          <p:cNvPr id="4" name="Text Placeholder 3">
            <a:extLst>
              <a:ext uri="{FF2B5EF4-FFF2-40B4-BE49-F238E27FC236}">
                <a16:creationId xmlns:a16="http://schemas.microsoft.com/office/drawing/2014/main" id="{991755B3-2EC0-736A-45CE-D2F11359FCF2}"/>
              </a:ext>
            </a:extLst>
          </p:cNvPr>
          <p:cNvSpPr>
            <a:spLocks noGrp="1"/>
          </p:cNvSpPr>
          <p:nvPr>
            <p:ph type="body" sz="half" idx="26" hasCustomPrompt="1"/>
          </p:nvPr>
        </p:nvSpPr>
        <p:spPr>
          <a:xfrm>
            <a:off x="3454053"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349679" y="2145327"/>
            <a:ext cx="2539327" cy="1748196"/>
          </a:xfrm>
          <a:prstGeom prst="rect">
            <a:avLst/>
          </a:prstGeom>
        </p:spPr>
        <p:txBody>
          <a:bodyPr/>
          <a:lstStyle/>
          <a:p>
            <a:r>
              <a:rPr lang="en-GB"/>
              <a:t>Click icon to add picture</a:t>
            </a:r>
            <a:endParaRPr lang="en-US"/>
          </a:p>
        </p:txBody>
      </p:sp>
      <p:sp>
        <p:nvSpPr>
          <p:cNvPr id="5" name="Text Placeholder 3">
            <a:extLst>
              <a:ext uri="{FF2B5EF4-FFF2-40B4-BE49-F238E27FC236}">
                <a16:creationId xmlns:a16="http://schemas.microsoft.com/office/drawing/2014/main" id="{193885E6-59BA-3D4B-A49F-F83F0A580D69}"/>
              </a:ext>
            </a:extLst>
          </p:cNvPr>
          <p:cNvSpPr>
            <a:spLocks noGrp="1"/>
          </p:cNvSpPr>
          <p:nvPr>
            <p:ph type="body" sz="half" idx="27" hasCustomPrompt="1"/>
          </p:nvPr>
        </p:nvSpPr>
        <p:spPr>
          <a:xfrm>
            <a:off x="6336110"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218166" y="2145327"/>
            <a:ext cx="2539327" cy="1748196"/>
          </a:xfrm>
          <a:prstGeom prst="rect">
            <a:avLst/>
          </a:prstGeom>
        </p:spPr>
        <p:txBody>
          <a:bodyPr/>
          <a:lstStyle/>
          <a:p>
            <a:r>
              <a:rPr lang="en-GB"/>
              <a:t>Click icon to add picture</a:t>
            </a:r>
            <a:endParaRPr lang="en-US"/>
          </a:p>
        </p:txBody>
      </p:sp>
      <p:sp>
        <p:nvSpPr>
          <p:cNvPr id="6" name="Text Placeholder 3">
            <a:extLst>
              <a:ext uri="{FF2B5EF4-FFF2-40B4-BE49-F238E27FC236}">
                <a16:creationId xmlns:a16="http://schemas.microsoft.com/office/drawing/2014/main" id="{308DBC67-B009-AACF-4F14-CEE565C4E072}"/>
              </a:ext>
            </a:extLst>
          </p:cNvPr>
          <p:cNvSpPr>
            <a:spLocks noGrp="1"/>
          </p:cNvSpPr>
          <p:nvPr>
            <p:ph type="body" sz="half" idx="28" hasCustomPrompt="1"/>
          </p:nvPr>
        </p:nvSpPr>
        <p:spPr>
          <a:xfrm>
            <a:off x="9218166" y="4087765"/>
            <a:ext cx="25393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pic>
        <p:nvPicPr>
          <p:cNvPr id="3" name="Picture 2">
            <a:extLst>
              <a:ext uri="{FF2B5EF4-FFF2-40B4-BE49-F238E27FC236}">
                <a16:creationId xmlns:a16="http://schemas.microsoft.com/office/drawing/2014/main" id="{D5C298C2-508C-1619-2F51-CD8DCF5CE8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567379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lex_Title  - 2/3 line heading, image and text">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FF246E73-D036-D034-B53B-3390FBBB5D0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idx="10" hasCustomPrompt="1"/>
          </p:nvPr>
        </p:nvSpPr>
        <p:spPr>
          <a:xfrm>
            <a:off x="-7474" y="0"/>
            <a:ext cx="12192000" cy="6858000"/>
          </a:xfrm>
          <a:prstGeom prst="rect">
            <a:avLst/>
          </a:prstGeom>
        </p:spPr>
        <p:txBody>
          <a:bodyPr/>
          <a:lstStyle>
            <a:lvl1pPr marL="0" indent="0" algn="r">
              <a:buNone/>
              <a:defRPr sz="1100"/>
            </a:lvl1pPr>
            <a:lvl2pPr marL="457200" indent="0">
              <a:buNone/>
              <a:defRPr sz="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dirty="0"/>
              <a:t>Insert and image</a:t>
            </a:r>
          </a:p>
        </p:txBody>
      </p:sp>
      <p:pic>
        <p:nvPicPr>
          <p:cNvPr id="2" name="Picture 1" descr="UCL logo, University College London">
            <a:extLst>
              <a:ext uri="{FF2B5EF4-FFF2-40B4-BE49-F238E27FC236}">
                <a16:creationId xmlns:a16="http://schemas.microsoft.com/office/drawing/2014/main" id="{3EE928D3-B605-30AB-BA7D-FB2B1FC48EF2}"/>
              </a:ext>
            </a:extLst>
          </p:cNvPr>
          <p:cNvPicPr>
            <a:picLocks noChangeAspect="1"/>
          </p:cNvPicPr>
          <p:nvPr userDrawn="1"/>
        </p:nvPicPr>
        <p:blipFill>
          <a:blip/>
          <a:stretch>
            <a:fillRect/>
          </a:stretch>
        </p:blipFill>
        <p:spPr>
          <a:xfrm>
            <a:off x="8937625" y="5653541"/>
            <a:ext cx="2843213" cy="798059"/>
          </a:xfrm>
          <a:prstGeom prst="rect">
            <a:avLst/>
          </a:prstGeom>
        </p:spPr>
      </p:pic>
      <p:sp>
        <p:nvSpPr>
          <p:cNvPr id="3" name="Text Placeholder 2">
            <a:extLst>
              <a:ext uri="{FF2B5EF4-FFF2-40B4-BE49-F238E27FC236}">
                <a16:creationId xmlns:a16="http://schemas.microsoft.com/office/drawing/2014/main" id="{78B86FC5-1258-6FBF-23A7-19183EBBA39E}"/>
              </a:ext>
            </a:extLst>
          </p:cNvPr>
          <p:cNvSpPr>
            <a:spLocks noGrp="1" noRot="1" noMove="1" noResize="1" noEditPoints="1" noAdjustHandles="1" noChangeArrowheads="1" noChangeShapeType="1"/>
          </p:cNvSpPr>
          <p:nvPr>
            <p:ph type="body" sz="quarter" idx="11" hasCustomPrompt="1"/>
          </p:nvPr>
        </p:nvSpPr>
        <p:spPr>
          <a:xfrm>
            <a:off x="1401472" y="1"/>
            <a:ext cx="5633204" cy="6858000"/>
          </a:xfrm>
          <a:prstGeom prst="rect">
            <a:avLst/>
          </a:prstGeom>
          <a:solidFill>
            <a:schemeClr val="accent1"/>
          </a:solidFill>
        </p:spPr>
        <p:txBody>
          <a:bodyPr lIns="360000" tIns="360000" rIns="360000" bIns="360000"/>
          <a:lstStyle>
            <a:lvl1pPr marL="0" indent="0">
              <a:lnSpc>
                <a:spcPct val="100000"/>
              </a:lnSpc>
              <a:spcBef>
                <a:spcPts val="0"/>
              </a:spcBef>
              <a:buNone/>
              <a:defRPr sz="4200" b="1" i="0">
                <a:solidFill>
                  <a:schemeClr val="accent3"/>
                </a:solidFill>
                <a:latin typeface="UCL Sans SemiBold" pitchFamily="2" charset="77"/>
              </a:defRPr>
            </a:lvl1pPr>
          </a:lstStyle>
          <a:p>
            <a:pPr fontAlgn="auto">
              <a:spcAft>
                <a:spcPts val="0"/>
              </a:spcAft>
            </a:pPr>
            <a:r>
              <a:rPr lang="en-GB" sz="4200" dirty="0">
                <a:solidFill>
                  <a:schemeClr val="accent3"/>
                </a:solidFill>
              </a:rPr>
              <a:t>Main Headline style slide UCL Sans </a:t>
            </a:r>
            <a:r>
              <a:rPr lang="en-GB" sz="4200" dirty="0" err="1">
                <a:solidFill>
                  <a:schemeClr val="accent3"/>
                </a:solidFill>
              </a:rPr>
              <a:t>SemiBold</a:t>
            </a:r>
            <a:r>
              <a:rPr lang="en-GB" sz="4200" dirty="0">
                <a:solidFill>
                  <a:schemeClr val="accent3"/>
                </a:solidFill>
              </a:rPr>
              <a:t> 42pt 2-3 lines max</a:t>
            </a:r>
            <a:endParaRPr lang="en-US" sz="4200" dirty="0">
              <a:solidFill>
                <a:schemeClr val="accent3"/>
              </a:solidFill>
            </a:endParaRPr>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791890" y="3455778"/>
            <a:ext cx="4807745" cy="707707"/>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a:t>
            </a:r>
          </a:p>
          <a:p>
            <a:pPr lvl="0"/>
            <a:r>
              <a:rPr lang="en-GB" dirty="0"/>
              <a:t>UCL Sans regular 24pt</a:t>
            </a:r>
          </a:p>
        </p:txBody>
      </p:sp>
      <p:sp>
        <p:nvSpPr>
          <p:cNvPr id="5" name="Text Placeholder 2">
            <a:extLst>
              <a:ext uri="{FF2B5EF4-FFF2-40B4-BE49-F238E27FC236}">
                <a16:creationId xmlns:a16="http://schemas.microsoft.com/office/drawing/2014/main" id="{31780D4D-96BC-3F19-6FFC-D0D6B82AF61A}"/>
              </a:ext>
            </a:extLst>
          </p:cNvPr>
          <p:cNvSpPr>
            <a:spLocks noGrp="1"/>
          </p:cNvSpPr>
          <p:nvPr>
            <p:ph type="body" idx="12" hasCustomPrompt="1"/>
          </p:nvPr>
        </p:nvSpPr>
        <p:spPr>
          <a:xfrm>
            <a:off x="1791889" y="4503309"/>
            <a:ext cx="4807745" cy="265046"/>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18px</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887" y="0"/>
            <a:ext cx="40957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D0518E-CF11-EBA3-9663-A8A79A187D4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034676" y="4532"/>
            <a:ext cx="470692" cy="6853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2307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lex _Content – 1 column title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5136124" y="409575"/>
            <a:ext cx="6604548" cy="1009650"/>
          </a:xfrm>
          <a:prstGeom prst="rect">
            <a:avLst/>
          </a:prstGeom>
        </p:spPr>
        <p:txBody>
          <a:bodyPr anchor="t"/>
          <a:lstStyle>
            <a:lvl1pPr algn="l">
              <a:lnSpc>
                <a:spcPct val="100000"/>
              </a:lnSpc>
              <a:defRPr sz="3600">
                <a:solidFill>
                  <a:schemeClr val="bg1"/>
                </a:solidFill>
              </a:defRPr>
            </a:lvl1pPr>
          </a:lstStyle>
          <a:p>
            <a:pPr lvl="0"/>
            <a:r>
              <a:rPr lang="en-GB" dirty="0"/>
              <a:t>Divider section Title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36124" y="1916825"/>
            <a:ext cx="6604547" cy="3528300"/>
          </a:xfrm>
          <a:prstGeom prst="rect">
            <a:avLst/>
          </a:prstGeom>
        </p:spPr>
        <p:txBody>
          <a:bodyPr/>
          <a:lstStyle>
            <a:lvl1pPr marL="0" indent="0">
              <a:lnSpc>
                <a:spcPct val="100000"/>
              </a:lnSpc>
              <a:spcBef>
                <a:spcPts val="0"/>
              </a:spcBef>
              <a:buFont typeface="Wingdings" pitchFamily="2" charset="2"/>
              <a:buNone/>
              <a:defRPr sz="1800">
                <a:solidFill>
                  <a:schemeClr val="bg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5" name="Rectangle 4">
            <a:extLst>
              <a:ext uri="{FF2B5EF4-FFF2-40B4-BE49-F238E27FC236}">
                <a16:creationId xmlns:a16="http://schemas.microsoft.com/office/drawing/2014/main" id="{7DFDE716-F6EE-9CD2-4183-C3966BF52E8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354138" y="0"/>
            <a:ext cx="18923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99A0D4-0838-5973-6802-0E9A93433A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535" y="2448"/>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64D565B-2E0B-B3BA-562F-3D6EFC90B27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171055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lex _ Divider – 2 column title, text, tabl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a:t>
            </a:r>
            <a:br>
              <a:rPr lang="en-GB" dirty="0"/>
            </a:br>
            <a:r>
              <a:rPr lang="en-GB" dirty="0"/>
              <a:t>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382624"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a:extLst>
              <a:ext uri="{FF2B5EF4-FFF2-40B4-BE49-F238E27FC236}">
                <a16:creationId xmlns:a16="http://schemas.microsoft.com/office/drawing/2014/main" id="{A4C55113-F63B-C02B-63A2-F9C817D9BF39}"/>
              </a:ext>
            </a:extLst>
          </p:cNvPr>
          <p:cNvSpPr>
            <a:spLocks noGrp="1"/>
          </p:cNvSpPr>
          <p:nvPr>
            <p:ph type="tbl" sz="quarter" idx="12"/>
          </p:nvPr>
        </p:nvSpPr>
        <p:spPr>
          <a:xfrm>
            <a:off x="1354139" y="3558615"/>
            <a:ext cx="2668022" cy="2828925"/>
          </a:xfrm>
          <a:prstGeom prst="rect">
            <a:avLst/>
          </a:prstGeom>
        </p:spPr>
        <p:txBody>
          <a:bodyPr/>
          <a:lstStyle/>
          <a:p>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5272740" y="882638"/>
            <a:ext cx="6508098"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5275105" y="1419226"/>
            <a:ext cx="6507320" cy="44063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Rectangle 2">
            <a:extLst>
              <a:ext uri="{FF2B5EF4-FFF2-40B4-BE49-F238E27FC236}">
                <a16:creationId xmlns:a16="http://schemas.microsoft.com/office/drawing/2014/main" id="{EC235949-2C3C-533B-6BE3-4C117E17EE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255F678-9F19-2B31-68D4-F374061E815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95872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8" y="2046440"/>
            <a:ext cx="5070914" cy="2160435"/>
          </a:xfrm>
          <a:prstGeom prst="rect">
            <a:avLst/>
          </a:prstGeom>
        </p:spPr>
        <p:txBody>
          <a:bodyPr/>
          <a:lstStyle/>
          <a:p>
            <a:endParaRPr lang="en-US"/>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1353402" y="4438650"/>
            <a:ext cx="5070914"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686368" y="2046440"/>
            <a:ext cx="5070914" cy="2160435"/>
          </a:xfrm>
          <a:prstGeom prst="rect">
            <a:avLst/>
          </a:prstGeom>
        </p:spPr>
        <p:txBody>
          <a:bodyPr/>
          <a:lstStyle/>
          <a:p>
            <a:endParaRPr lang="en-US"/>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686367" y="4438650"/>
            <a:ext cx="5049033"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A935693-F1F7-EFB7-3F70-BBCEEF923D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0538824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CF606E-A120-FD80-1208-6800F7AB3C83}"/>
              </a:ext>
            </a:extLst>
          </p:cNvPr>
          <p:cNvSpPr>
            <a:spLocks noGrp="1"/>
          </p:cNvSpPr>
          <p:nvPr>
            <p:ph type="ctrTitle" hasCustomPrompt="1"/>
          </p:nvPr>
        </p:nvSpPr>
        <p:spPr>
          <a:xfrm>
            <a:off x="1343450"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10" name="Picture Placeholder 6" descr="Add a clear, concise statement describing the main purpose of the image">
            <a:extLst>
              <a:ext uri="{FF2B5EF4-FFF2-40B4-BE49-F238E27FC236}">
                <a16:creationId xmlns:a16="http://schemas.microsoft.com/office/drawing/2014/main" id="{2F201AA6-C7B0-FA4A-12EF-F05A6A27B847}"/>
              </a:ext>
            </a:extLst>
          </p:cNvPr>
          <p:cNvSpPr>
            <a:spLocks noGrp="1"/>
          </p:cNvSpPr>
          <p:nvPr>
            <p:ph type="pic" sz="quarter" idx="13"/>
          </p:nvPr>
        </p:nvSpPr>
        <p:spPr>
          <a:xfrm>
            <a:off x="1343449" y="2046440"/>
            <a:ext cx="4502211" cy="3398685"/>
          </a:xfrm>
          <a:prstGeom prst="rect">
            <a:avLst/>
          </a:prstGeom>
        </p:spPr>
        <p:txBody>
          <a:bodyPr/>
          <a:lstStyle/>
          <a:p>
            <a:endParaRPr lang="en-US"/>
          </a:p>
        </p:txBody>
      </p:sp>
      <p:sp>
        <p:nvSpPr>
          <p:cNvPr id="11" name="Text Placeholder 7">
            <a:extLst>
              <a:ext uri="{FF2B5EF4-FFF2-40B4-BE49-F238E27FC236}">
                <a16:creationId xmlns:a16="http://schemas.microsoft.com/office/drawing/2014/main" id="{3DB5FBAF-BF92-0B32-16AD-1D4746507FE2}"/>
              </a:ext>
            </a:extLst>
          </p:cNvPr>
          <p:cNvSpPr>
            <a:spLocks noGrp="1"/>
          </p:cNvSpPr>
          <p:nvPr>
            <p:ph type="body" sz="quarter" idx="11" hasCustomPrompt="1"/>
          </p:nvPr>
        </p:nvSpPr>
        <p:spPr>
          <a:xfrm>
            <a:off x="6096000" y="2046440"/>
            <a:ext cx="5684838"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8E64966-6EA4-2AE9-2F73-A1E95B461EBC}"/>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938927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lex _Content – 4 column title, 4 images, 4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p:cNvSpPr>
          <p:nvPr>
            <p:ph type="body" sz="quarter" idx="15" hasCustomPrompt="1"/>
          </p:nvPr>
        </p:nvSpPr>
        <p:spPr>
          <a:xfrm>
            <a:off x="1354138" y="409575"/>
            <a:ext cx="8569680" cy="1377950"/>
          </a:xfrm>
          <a:prstGeom prst="rect">
            <a:avLst/>
          </a:prstGeom>
        </p:spPr>
        <p:txBody>
          <a:bodyPr/>
          <a:lstStyle>
            <a:lvl1pPr>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6" y="2185495"/>
            <a:ext cx="2445318" cy="1748196"/>
          </a:xfrm>
          <a:prstGeom prst="rect">
            <a:avLst/>
          </a:prstGeom>
        </p:spPr>
        <p:txBody>
          <a:bodyPr/>
          <a:lstStyle/>
          <a:p>
            <a:endParaRPr lang="en-US"/>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5" y="4204795"/>
            <a:ext cx="2438375" cy="1242244"/>
          </a:xfrm>
          <a:prstGeom prst="rect">
            <a:avLst/>
          </a:prstGeom>
        </p:spPr>
        <p:txBody>
          <a:bodyPr anchor="t"/>
          <a:lstStyle>
            <a:lvl1pPr marL="0" marR="0" indent="0" algn="l" defTabSz="914400" rtl="0" eaLnBrk="1" fontAlgn="auto" latinLnBrk="0" hangingPunct="1">
              <a:lnSpc>
                <a:spcPct val="100000"/>
              </a:lnSpc>
              <a:spcBef>
                <a:spcPct val="0"/>
              </a:spcBef>
              <a:spcAft>
                <a:spcPts val="0"/>
              </a:spcAft>
              <a:buClrTx/>
              <a:buSzTx/>
              <a:buFontTx/>
              <a:buNone/>
              <a:tabLst/>
              <a:defRPr sz="1800" b="0" i="0">
                <a:solidFill>
                  <a:schemeClr val="tx2"/>
                </a:solidFill>
                <a:latin typeface="UCL Sans" pitchFamily="2" charset="77"/>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dirty="0"/>
              <a:t>Body text, </a:t>
            </a:r>
            <a:br>
              <a:rPr lang="en-GB" dirty="0"/>
            </a:br>
            <a:r>
              <a:rPr lang="en-GB" dirty="0"/>
              <a:t>UCL Sans Regular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4014597" y="2185495"/>
            <a:ext cx="2445318" cy="1748196"/>
          </a:xfrm>
          <a:prstGeom prst="rect">
            <a:avLst/>
          </a:prstGeom>
        </p:spPr>
        <p:txBody>
          <a:bodyPr/>
          <a:lstStyle/>
          <a:p>
            <a:endParaRPr lang="en-US"/>
          </a:p>
        </p:txBody>
      </p:sp>
      <p:sp>
        <p:nvSpPr>
          <p:cNvPr id="30" name="Text Placeholder 29">
            <a:extLst>
              <a:ext uri="{FF2B5EF4-FFF2-40B4-BE49-F238E27FC236}">
                <a16:creationId xmlns:a16="http://schemas.microsoft.com/office/drawing/2014/main" id="{FBDDB7BF-E334-9161-E3A7-3D392EA86CA2}"/>
              </a:ext>
            </a:extLst>
          </p:cNvPr>
          <p:cNvSpPr>
            <a:spLocks noGrp="1"/>
          </p:cNvSpPr>
          <p:nvPr>
            <p:ph type="body" sz="quarter" idx="17" hasCustomPrompt="1"/>
          </p:nvPr>
        </p:nvSpPr>
        <p:spPr>
          <a:xfrm>
            <a:off x="4014597" y="4204795"/>
            <a:ext cx="2445318" cy="1268976"/>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675058" y="2185495"/>
            <a:ext cx="2445318" cy="1748196"/>
          </a:xfrm>
          <a:prstGeom prst="rect">
            <a:avLst/>
          </a:prstGeom>
        </p:spPr>
        <p:txBody>
          <a:bodyPr/>
          <a:lstStyle/>
          <a:p>
            <a:endParaRPr lang="en-US"/>
          </a:p>
        </p:txBody>
      </p:sp>
      <p:sp>
        <p:nvSpPr>
          <p:cNvPr id="32" name="Text Placeholder 31">
            <a:extLst>
              <a:ext uri="{FF2B5EF4-FFF2-40B4-BE49-F238E27FC236}">
                <a16:creationId xmlns:a16="http://schemas.microsoft.com/office/drawing/2014/main" id="{C1102347-D73B-9C6D-7E2C-F4283EC520FF}"/>
              </a:ext>
            </a:extLst>
          </p:cNvPr>
          <p:cNvSpPr>
            <a:spLocks noGrp="1"/>
          </p:cNvSpPr>
          <p:nvPr>
            <p:ph type="body" sz="quarter" idx="18" hasCustomPrompt="1"/>
          </p:nvPr>
        </p:nvSpPr>
        <p:spPr>
          <a:xfrm>
            <a:off x="6675058" y="4204795"/>
            <a:ext cx="2426413" cy="1242244"/>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335520" y="2185495"/>
            <a:ext cx="2445318" cy="1748196"/>
          </a:xfrm>
          <a:prstGeom prst="rect">
            <a:avLst/>
          </a:prstGeom>
        </p:spPr>
        <p:txBody>
          <a:bodyPr/>
          <a:lstStyle/>
          <a:p>
            <a:endParaRPr lang="en-US"/>
          </a:p>
        </p:txBody>
      </p:sp>
      <p:sp>
        <p:nvSpPr>
          <p:cNvPr id="34" name="Text Placeholder 33">
            <a:extLst>
              <a:ext uri="{FF2B5EF4-FFF2-40B4-BE49-F238E27FC236}">
                <a16:creationId xmlns:a16="http://schemas.microsoft.com/office/drawing/2014/main" id="{B62033B8-9ECF-6181-24C6-8380692FF4A0}"/>
              </a:ext>
            </a:extLst>
          </p:cNvPr>
          <p:cNvSpPr>
            <a:spLocks noGrp="1"/>
          </p:cNvSpPr>
          <p:nvPr>
            <p:ph type="body" sz="quarter" idx="19" hasCustomPrompt="1"/>
          </p:nvPr>
        </p:nvSpPr>
        <p:spPr>
          <a:xfrm>
            <a:off x="9320932" y="4204795"/>
            <a:ext cx="2459905" cy="1266825"/>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4" name="Rectangle 3">
            <a:extLst>
              <a:ext uri="{FF2B5EF4-FFF2-40B4-BE49-F238E27FC236}">
                <a16:creationId xmlns:a16="http://schemas.microsoft.com/office/drawing/2014/main" id="{ABD764E0-C2A5-851D-9E15-7970376FAD1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1993"/>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E115A2-315F-2C75-AD3F-871CC5AAC4DF}"/>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036791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lex _Content – 2 column title, 1 subheading, 2 image/graphs/charts">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879B5DC-7300-88F8-C308-CBC1B2803C67}"/>
              </a:ext>
            </a:extLst>
          </p:cNvPr>
          <p:cNvSpPr>
            <a:spLocks noGrp="1"/>
          </p:cNvSpPr>
          <p:nvPr>
            <p:ph type="body" sz="half" idx="2" hasCustomPrompt="1"/>
          </p:nvPr>
        </p:nvSpPr>
        <p:spPr>
          <a:xfrm>
            <a:off x="1354139" y="421180"/>
            <a:ext cx="4303112"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9" name="Text Placeholder 3">
            <a:extLst>
              <a:ext uri="{FF2B5EF4-FFF2-40B4-BE49-F238E27FC236}">
                <a16:creationId xmlns:a16="http://schemas.microsoft.com/office/drawing/2014/main" id="{BD51B5E5-6C5C-CBFB-B0B8-D64DB5640EB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accent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6" name="Content Placeholder 3">
            <a:extLst>
              <a:ext uri="{FF2B5EF4-FFF2-40B4-BE49-F238E27FC236}">
                <a16:creationId xmlns:a16="http://schemas.microsoft.com/office/drawing/2014/main" id="{129D6C95-4A5B-9C67-29AF-2DE954D6E43F}"/>
              </a:ext>
            </a:extLst>
          </p:cNvPr>
          <p:cNvSpPr>
            <a:spLocks noGrp="1"/>
          </p:cNvSpPr>
          <p:nvPr>
            <p:ph sz="half" idx="1" hasCustomPrompt="1"/>
          </p:nvPr>
        </p:nvSpPr>
        <p:spPr>
          <a:xfrm>
            <a:off x="1354138" y="2422525"/>
            <a:ext cx="4303112"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7" name="Content Placeholder 5">
            <a:extLst>
              <a:ext uri="{FF2B5EF4-FFF2-40B4-BE49-F238E27FC236}">
                <a16:creationId xmlns:a16="http://schemas.microsoft.com/office/drawing/2014/main" id="{80A7D660-C734-F70C-8436-BC3EFE9A5B2D}"/>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EC4CDE7-BB95-C8A0-730E-D626B97500E6}"/>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8272948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 full page image white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391438" y="0"/>
            <a:ext cx="11800562" cy="6858000"/>
          </a:xfrm>
          <a:prstGeom prst="rect">
            <a:avLst/>
          </a:prstGeom>
        </p:spPr>
        <p:txBody>
          <a:bodyPr/>
          <a:lstStyle/>
          <a:p>
            <a:endParaRPr lang="en-US"/>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92A8DC-7EF8-37EE-2959-687D81C066F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stretch>
            <a:fillRect/>
          </a:stretch>
        </p:blipFill>
        <p:spPr>
          <a:xfrm>
            <a:off x="10360890" y="6067187"/>
            <a:ext cx="1432605" cy="402117"/>
          </a:xfrm>
          <a:prstGeom prst="rect">
            <a:avLst/>
          </a:prstGeom>
        </p:spPr>
      </p:pic>
    </p:spTree>
    <p:extLst>
      <p:ext uri="{BB962C8B-B14F-4D97-AF65-F5344CB8AC3E}">
        <p14:creationId xmlns:p14="http://schemas.microsoft.com/office/powerpoint/2010/main" val="773437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BDE158-E1C9-B1AC-ECDC-73BA00A9F65D}"/>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3" name="Text Placeholder 2">
            <a:extLst>
              <a:ext uri="{FF2B5EF4-FFF2-40B4-BE49-F238E27FC236}">
                <a16:creationId xmlns:a16="http://schemas.microsoft.com/office/drawing/2014/main" id="{BD52742C-E3D3-975E-E4B8-7BDB2954BB9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dirty="0"/>
          </a:p>
        </p:txBody>
      </p:sp>
    </p:spTree>
    <p:extLst>
      <p:ext uri="{BB962C8B-B14F-4D97-AF65-F5344CB8AC3E}">
        <p14:creationId xmlns:p14="http://schemas.microsoft.com/office/powerpoint/2010/main" val="3129269336"/>
      </p:ext>
    </p:extLst>
  </p:cSld>
  <p:clrMap bg1="lt1" tx1="dk1" bg2="lt2" tx2="dk2" accent1="accent1" accent2="accent2" accent3="accent3" accent4="accent4" accent5="accent5" accent6="accent6" hlink="hlink" folHlink="folHlink"/>
  <p:sldLayoutIdLst>
    <p:sldLayoutId id="2147483718" r:id="rId1"/>
    <p:sldLayoutId id="2147483794" r:id="rId2"/>
    <p:sldLayoutId id="2147483799" r:id="rId3"/>
    <p:sldLayoutId id="2147483804" r:id="rId4"/>
    <p:sldLayoutId id="2147483723" r:id="rId5"/>
    <p:sldLayoutId id="2147483805" r:id="rId6"/>
    <p:sldLayoutId id="2147483734" r:id="rId7"/>
    <p:sldLayoutId id="2147483720" r:id="rId8"/>
    <p:sldLayoutId id="2147483725" r:id="rId9"/>
    <p:sldLayoutId id="2147483759" r:id="rId10"/>
    <p:sldLayoutId id="2147483733" r:id="rId11"/>
    <p:sldLayoutId id="2147483726" r:id="rId12"/>
    <p:sldLayoutId id="2147483729" r:id="rId13"/>
    <p:sldLayoutId id="2147483727" r:id="rId14"/>
    <p:sldLayoutId id="2147483802" r:id="rId15"/>
    <p:sldLayoutId id="2147483806" r:id="rId16"/>
    <p:sldLayoutId id="2147483728" r:id="rId17"/>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userDrawn="1">
          <p15:clr>
            <a:srgbClr val="F26B43"/>
          </p15:clr>
        </p15:guide>
        <p15:guide id="2" pos="258" userDrawn="1">
          <p15:clr>
            <a:srgbClr val="F26B43"/>
          </p15:clr>
        </p15:guide>
        <p15:guide id="3" orient="horz" pos="4064" userDrawn="1">
          <p15:clr>
            <a:srgbClr val="F26B43"/>
          </p15:clr>
        </p15:guide>
        <p15:guide id="4" pos="853" userDrawn="1">
          <p15:clr>
            <a:srgbClr val="F26B43"/>
          </p15:clr>
        </p15:guide>
        <p15:guide id="5" pos="1451" userDrawn="1">
          <p15:clr>
            <a:srgbClr val="F26B43"/>
          </p15:clr>
        </p15:guide>
        <p15:guide id="6" pos="2048" userDrawn="1">
          <p15:clr>
            <a:srgbClr val="F26B43"/>
          </p15:clr>
        </p15:guide>
        <p15:guide id="7" pos="2643" userDrawn="1">
          <p15:clr>
            <a:srgbClr val="F26B43"/>
          </p15:clr>
        </p15:guide>
        <p15:guide id="8" pos="3840" userDrawn="1">
          <p15:clr>
            <a:srgbClr val="F26B43"/>
          </p15:clr>
        </p15:guide>
        <p15:guide id="9" pos="3241" userDrawn="1">
          <p15:clr>
            <a:srgbClr val="F26B43"/>
          </p15:clr>
        </p15:guide>
        <p15:guide id="10" pos="4436" userDrawn="1">
          <p15:clr>
            <a:srgbClr val="F26B43"/>
          </p15:clr>
        </p15:guide>
        <p15:guide id="11" pos="5034" userDrawn="1">
          <p15:clr>
            <a:srgbClr val="F26B43"/>
          </p15:clr>
        </p15:guide>
        <p15:guide id="12" pos="5630" userDrawn="1">
          <p15:clr>
            <a:srgbClr val="F26B43"/>
          </p15:clr>
        </p15:guide>
        <p15:guide id="13" pos="6226" userDrawn="1">
          <p15:clr>
            <a:srgbClr val="F26B43"/>
          </p15:clr>
        </p15:guide>
        <p15:guide id="14" pos="6824" userDrawn="1">
          <p15:clr>
            <a:srgbClr val="F26B43"/>
          </p15:clr>
        </p15:guide>
        <p15:guide id="15" pos="7421" userDrawn="1">
          <p15:clr>
            <a:srgbClr val="F26B43"/>
          </p15:clr>
        </p15:guide>
        <p15:guide id="16" orient="horz" pos="3430" userDrawn="1">
          <p15:clr>
            <a:srgbClr val="F26B43"/>
          </p15:clr>
        </p15:guide>
        <p15:guide id="17" orient="horz" pos="2796" userDrawn="1">
          <p15:clr>
            <a:srgbClr val="F26B43"/>
          </p15:clr>
        </p15:guide>
        <p15:guide id="18" orient="horz" pos="894" userDrawn="1">
          <p15:clr>
            <a:srgbClr val="F26B43"/>
          </p15:clr>
        </p15:guide>
        <p15:guide id="19" orient="horz" pos="1526" userDrawn="1">
          <p15:clr>
            <a:srgbClr val="F26B43"/>
          </p15:clr>
        </p15:guide>
        <p15:guide id="20" orient="horz"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B97B0-6D67-3762-FAC1-F9C15B60896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3" name="Text Placeholder 2">
            <a:extLst>
              <a:ext uri="{FF2B5EF4-FFF2-40B4-BE49-F238E27FC236}">
                <a16:creationId xmlns:a16="http://schemas.microsoft.com/office/drawing/2014/main" id="{5E18E98D-5DC5-F844-0B8F-29580141F4D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endParaRPr lang="en-US" altLang="en-US" dirty="0"/>
          </a:p>
        </p:txBody>
      </p:sp>
    </p:spTree>
    <p:extLst>
      <p:ext uri="{BB962C8B-B14F-4D97-AF65-F5344CB8AC3E}">
        <p14:creationId xmlns:p14="http://schemas.microsoft.com/office/powerpoint/2010/main" val="434988953"/>
      </p:ext>
    </p:extLst>
  </p:cSld>
  <p:clrMap bg1="lt1" tx1="dk1" bg2="lt2" tx2="dk2" accent1="accent1" accent2="accent2" accent3="accent3" accent4="accent4" accent5="accent5" accent6="accent6" hlink="hlink" folHlink="folHlink"/>
  <p:sldLayoutIdLst>
    <p:sldLayoutId id="2147483761" r:id="rId1"/>
    <p:sldLayoutId id="2147483763" r:id="rId2"/>
    <p:sldLayoutId id="2147483767" r:id="rId3"/>
    <p:sldLayoutId id="2147483769" r:id="rId4"/>
    <p:sldLayoutId id="2147483803" r:id="rId5"/>
    <p:sldLayoutId id="2147483770" r:id="rId6"/>
    <p:sldLayoutId id="2147483771" r:id="rId7"/>
    <p:sldLayoutId id="2147483807" r:id="rId8"/>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userDrawn="1">
          <p15:clr>
            <a:srgbClr val="F26B43"/>
          </p15:clr>
        </p15:guide>
        <p15:guide id="2" pos="258" userDrawn="1">
          <p15:clr>
            <a:srgbClr val="F26B43"/>
          </p15:clr>
        </p15:guide>
        <p15:guide id="3" orient="horz" pos="4064" userDrawn="1">
          <p15:clr>
            <a:srgbClr val="F26B43"/>
          </p15:clr>
        </p15:guide>
        <p15:guide id="4" pos="853" userDrawn="1">
          <p15:clr>
            <a:srgbClr val="F26B43"/>
          </p15:clr>
        </p15:guide>
        <p15:guide id="5" pos="1451" userDrawn="1">
          <p15:clr>
            <a:srgbClr val="F26B43"/>
          </p15:clr>
        </p15:guide>
        <p15:guide id="6" pos="2048" userDrawn="1">
          <p15:clr>
            <a:srgbClr val="F26B43"/>
          </p15:clr>
        </p15:guide>
        <p15:guide id="7" pos="2643" userDrawn="1">
          <p15:clr>
            <a:srgbClr val="F26B43"/>
          </p15:clr>
        </p15:guide>
        <p15:guide id="8" pos="3840" userDrawn="1">
          <p15:clr>
            <a:srgbClr val="F26B43"/>
          </p15:clr>
        </p15:guide>
        <p15:guide id="9" pos="3241" userDrawn="1">
          <p15:clr>
            <a:srgbClr val="F26B43"/>
          </p15:clr>
        </p15:guide>
        <p15:guide id="10" pos="4436" userDrawn="1">
          <p15:clr>
            <a:srgbClr val="F26B43"/>
          </p15:clr>
        </p15:guide>
        <p15:guide id="11" pos="5034" userDrawn="1">
          <p15:clr>
            <a:srgbClr val="F26B43"/>
          </p15:clr>
        </p15:guide>
        <p15:guide id="12" pos="5630" userDrawn="1">
          <p15:clr>
            <a:srgbClr val="F26B43"/>
          </p15:clr>
        </p15:guide>
        <p15:guide id="13" pos="6226" userDrawn="1">
          <p15:clr>
            <a:srgbClr val="F26B43"/>
          </p15:clr>
        </p15:guide>
        <p15:guide id="14" pos="6824" userDrawn="1">
          <p15:clr>
            <a:srgbClr val="F26B43"/>
          </p15:clr>
        </p15:guide>
        <p15:guide id="15" pos="7421" userDrawn="1">
          <p15:clr>
            <a:srgbClr val="F26B43"/>
          </p15:clr>
        </p15:guide>
        <p15:guide id="16" orient="horz" pos="3430" userDrawn="1">
          <p15:clr>
            <a:srgbClr val="F26B43"/>
          </p15:clr>
        </p15:guide>
        <p15:guide id="17" orient="horz" pos="2796" userDrawn="1">
          <p15:clr>
            <a:srgbClr val="F26B43"/>
          </p15:clr>
        </p15:guide>
        <p15:guide id="18" orient="horz" pos="894" userDrawn="1">
          <p15:clr>
            <a:srgbClr val="F26B43"/>
          </p15:clr>
        </p15:guide>
        <p15:guide id="19" orient="horz" pos="1526" userDrawn="1">
          <p15:clr>
            <a:srgbClr val="F26B43"/>
          </p15:clr>
        </p15:guide>
        <p15:guide id="20"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48550/arXiv.2512.20022"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8A5EE-650D-7E71-50D0-A1913B92E05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EE5298-FDE1-1165-0A07-F395D9171B88}"/>
              </a:ext>
            </a:extLst>
          </p:cNvPr>
          <p:cNvSpPr>
            <a:spLocks noGrp="1"/>
          </p:cNvSpPr>
          <p:nvPr>
            <p:ph type="ctrTitle"/>
          </p:nvPr>
        </p:nvSpPr>
        <p:spPr/>
        <p:txBody>
          <a:bodyPr/>
          <a:lstStyle/>
          <a:p>
            <a:r>
              <a:rPr lang="en-GB" dirty="0"/>
              <a:t>Automating Systematic Literature Surveys</a:t>
            </a:r>
          </a:p>
        </p:txBody>
      </p:sp>
      <p:sp>
        <p:nvSpPr>
          <p:cNvPr id="2" name="Text Placeholder 1">
            <a:extLst>
              <a:ext uri="{FF2B5EF4-FFF2-40B4-BE49-F238E27FC236}">
                <a16:creationId xmlns:a16="http://schemas.microsoft.com/office/drawing/2014/main" id="{7CC6AB8D-4544-9704-B0A1-EC65A500F5A0}"/>
              </a:ext>
            </a:extLst>
          </p:cNvPr>
          <p:cNvSpPr>
            <a:spLocks noGrp="1"/>
          </p:cNvSpPr>
          <p:nvPr>
            <p:ph type="body" idx="1"/>
          </p:nvPr>
        </p:nvSpPr>
        <p:spPr>
          <a:xfrm>
            <a:off x="2346337" y="3627624"/>
            <a:ext cx="6485967" cy="361324"/>
          </a:xfrm>
        </p:spPr>
        <p:txBody>
          <a:bodyPr/>
          <a:lstStyle/>
          <a:p>
            <a:pPr lvl="0"/>
            <a:r>
              <a:rPr lang="en-GB" dirty="0"/>
              <a:t>Hairi</a:t>
            </a:r>
            <a:r>
              <a:rPr lang="zh-CN" altLang="en-US" dirty="0"/>
              <a:t> </a:t>
            </a:r>
            <a:r>
              <a:rPr lang="en-US" altLang="zh-CN" dirty="0"/>
              <a:t>Amin</a:t>
            </a:r>
            <a:endParaRPr lang="en-GB" dirty="0"/>
          </a:p>
          <a:p>
            <a:r>
              <a:rPr lang="en-US" dirty="0"/>
              <a:t>Supervisor: Sahan </a:t>
            </a:r>
            <a:r>
              <a:rPr lang="en-US" dirty="0" err="1"/>
              <a:t>Bulathwela</a:t>
            </a:r>
            <a:br>
              <a:rPr lang="en-US" dirty="0"/>
            </a:br>
            <a:r>
              <a:rPr lang="en-US" dirty="0"/>
              <a:t>University College London (UCL)</a:t>
            </a:r>
          </a:p>
          <a:p>
            <a:endParaRPr lang="en-US" dirty="0"/>
          </a:p>
        </p:txBody>
      </p:sp>
    </p:spTree>
    <p:extLst>
      <p:ext uri="{BB962C8B-B14F-4D97-AF65-F5344CB8AC3E}">
        <p14:creationId xmlns:p14="http://schemas.microsoft.com/office/powerpoint/2010/main" val="163929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76485-5686-97EB-92B0-85140BAD7DEA}"/>
              </a:ext>
            </a:extLst>
          </p:cNvPr>
          <p:cNvSpPr>
            <a:spLocks noGrp="1"/>
          </p:cNvSpPr>
          <p:nvPr>
            <p:ph type="ctrTitle"/>
          </p:nvPr>
        </p:nvSpPr>
        <p:spPr/>
        <p:txBody>
          <a:bodyPr/>
          <a:lstStyle/>
          <a:p>
            <a:r>
              <a:rPr lang="en-GB" dirty="0"/>
              <a:t>Background</a:t>
            </a:r>
            <a:r>
              <a:rPr lang="zh-CN" altLang="en-US" dirty="0"/>
              <a:t> </a:t>
            </a:r>
            <a:r>
              <a:rPr lang="en-US" altLang="zh-CN" dirty="0"/>
              <a:t>to</a:t>
            </a:r>
            <a:r>
              <a:rPr lang="zh-CN" altLang="en-US" dirty="0"/>
              <a:t> </a:t>
            </a:r>
            <a:r>
              <a:rPr lang="en-US" altLang="zh-CN" dirty="0"/>
              <a:t>the Problem</a:t>
            </a:r>
            <a:r>
              <a:rPr lang="en-GB" dirty="0"/>
              <a:t> </a:t>
            </a:r>
            <a:endParaRPr lang="en-US" dirty="0"/>
          </a:p>
        </p:txBody>
      </p:sp>
      <p:sp>
        <p:nvSpPr>
          <p:cNvPr id="3" name="Text Placeholder 2">
            <a:extLst>
              <a:ext uri="{FF2B5EF4-FFF2-40B4-BE49-F238E27FC236}">
                <a16:creationId xmlns:a16="http://schemas.microsoft.com/office/drawing/2014/main" id="{F041BB0D-0ABD-22C9-2D74-DF7554E497AD}"/>
              </a:ext>
            </a:extLst>
          </p:cNvPr>
          <p:cNvSpPr>
            <a:spLocks noGrp="1"/>
          </p:cNvSpPr>
          <p:nvPr>
            <p:ph type="body" sz="quarter" idx="11"/>
          </p:nvPr>
        </p:nvSpPr>
        <p:spPr>
          <a:xfrm>
            <a:off x="437952" y="1389343"/>
            <a:ext cx="11328362" cy="4248472"/>
          </a:xfrm>
        </p:spPr>
        <p:txBody>
          <a:bodyPr/>
          <a:lstStyle/>
          <a:p>
            <a:pPr marL="114300" indent="-342900">
              <a:buFont typeface="+mj-lt"/>
              <a:buAutoNum type="arabicPeriod"/>
            </a:pPr>
            <a:r>
              <a:rPr lang="en-GB" dirty="0"/>
              <a:t>Systematic reviews (SRs) are essential</a:t>
            </a:r>
            <a:r>
              <a:rPr lang="zh-CN" altLang="en-US" dirty="0"/>
              <a:t> </a:t>
            </a:r>
            <a:r>
              <a:rPr lang="en-US" altLang="zh-CN" dirty="0"/>
              <a:t>for</a:t>
            </a:r>
            <a:r>
              <a:rPr lang="zh-CN" altLang="en-US" dirty="0"/>
              <a:t> </a:t>
            </a:r>
            <a:r>
              <a:rPr lang="en-US" altLang="zh-CN" dirty="0"/>
              <a:t>evidence-based decision making.</a:t>
            </a:r>
            <a:endParaRPr lang="en-GB" dirty="0"/>
          </a:p>
          <a:p>
            <a:pPr marL="114300" indent="-342900">
              <a:buFont typeface="+mj-lt"/>
              <a:buAutoNum type="arabicPeriod"/>
            </a:pPr>
            <a:r>
              <a:rPr lang="en-GB" dirty="0"/>
              <a:t>However, SRs are highly resource-intensive:</a:t>
            </a:r>
          </a:p>
          <a:p>
            <a:pPr marL="742950" lvl="1" indent="-285750">
              <a:buFont typeface="Arial" panose="020B0604020202020204" pitchFamily="34" charset="0"/>
              <a:buChar char="•"/>
            </a:pPr>
            <a:r>
              <a:rPr lang="en-GB" dirty="0"/>
              <a:t>Takes</a:t>
            </a:r>
            <a:r>
              <a:rPr lang="zh-CN" altLang="en-US" dirty="0"/>
              <a:t> </a:t>
            </a:r>
            <a:r>
              <a:rPr lang="en-US" altLang="zh-CN" dirty="0"/>
              <a:t>about 67 weeks</a:t>
            </a:r>
            <a:r>
              <a:rPr lang="en-GB" dirty="0"/>
              <a:t> to complete</a:t>
            </a:r>
          </a:p>
          <a:p>
            <a:pPr marL="742950" lvl="1" indent="-285750">
              <a:buFont typeface="Arial" panose="020B0604020202020204" pitchFamily="34" charset="0"/>
              <a:buChar char="•"/>
            </a:pPr>
            <a:r>
              <a:rPr lang="en-GB" dirty="0"/>
              <a:t>Cost over $140,000 [1]</a:t>
            </a:r>
          </a:p>
          <a:p>
            <a:pPr marL="114300" indent="-342900">
              <a:buFont typeface="+mj-lt"/>
              <a:buAutoNum type="arabicPeriod"/>
            </a:pPr>
            <a:r>
              <a:rPr lang="en-GB" dirty="0"/>
              <a:t>What has been done</a:t>
            </a:r>
          </a:p>
          <a:p>
            <a:pPr marL="800100" lvl="1" indent="-342900">
              <a:buFont typeface="Arial" panose="020B0604020202020204" pitchFamily="34" charset="0"/>
              <a:buChar char="•"/>
            </a:pPr>
            <a:r>
              <a:rPr lang="en-GB" dirty="0"/>
              <a:t>ML and LLMs applied to: abstract screening, data extraction and evidence synthesis</a:t>
            </a:r>
          </a:p>
          <a:p>
            <a:pPr marL="800100" lvl="1" indent="-342900">
              <a:buFont typeface="Arial" panose="020B0604020202020204" pitchFamily="34" charset="0"/>
              <a:buChar char="•"/>
            </a:pPr>
            <a:r>
              <a:rPr lang="en" altLang="zh-CN" dirty="0"/>
              <a:t>Achieve up to 97.7% sensitivity with optimized prompting</a:t>
            </a:r>
            <a:r>
              <a:rPr lang="zh-CN" altLang="en-US" dirty="0"/>
              <a:t> </a:t>
            </a:r>
            <a:r>
              <a:rPr lang="en-GB" dirty="0"/>
              <a:t>[2]</a:t>
            </a:r>
          </a:p>
          <a:p>
            <a:pPr marL="114300" indent="-342900">
              <a:buFont typeface="+mj-lt"/>
              <a:buAutoNum type="arabicPeriod"/>
            </a:pPr>
            <a:r>
              <a:rPr lang="en-GB" dirty="0"/>
              <a:t>The Gap</a:t>
            </a:r>
          </a:p>
          <a:p>
            <a:pPr marL="800100" lvl="1" indent="-342900">
              <a:buFont typeface="Arial" panose="020B0604020202020204" pitchFamily="34" charset="0"/>
              <a:buChar char="•"/>
            </a:pPr>
            <a:r>
              <a:rPr lang="en-GB" dirty="0"/>
              <a:t>Existing systems use closed-source models, lack explainability, and are validated only on medical reviews</a:t>
            </a:r>
          </a:p>
          <a:p>
            <a:pPr marL="800100" lvl="1" indent="-342900">
              <a:buFont typeface="Arial" panose="020B0604020202020204" pitchFamily="34" charset="0"/>
              <a:buChar char="•"/>
            </a:pPr>
            <a:r>
              <a:rPr lang="en-GB" dirty="0"/>
              <a:t>No systematic benchmark exists for non-biomedical domains</a:t>
            </a:r>
          </a:p>
          <a:p>
            <a:pPr marL="800100" lvl="1" indent="-342900">
              <a:buFont typeface="Arial" panose="020B0604020202020204" pitchFamily="34" charset="0"/>
              <a:buChar char="•"/>
            </a:pPr>
            <a:r>
              <a:rPr lang="en-GB" dirty="0"/>
              <a:t>Human-AI collaboration design remains underexplored</a:t>
            </a:r>
          </a:p>
          <a:p>
            <a:pPr indent="0"/>
            <a:endParaRPr lang="en-GB" dirty="0"/>
          </a:p>
          <a:p>
            <a:pPr indent="0"/>
            <a:endParaRPr lang="en-GB" dirty="0"/>
          </a:p>
          <a:p>
            <a:pPr marL="457200" lvl="1" indent="0">
              <a:buNone/>
            </a:pPr>
            <a:endParaRPr lang="en-GB" dirty="0"/>
          </a:p>
          <a:p>
            <a:endParaRPr lang="en-US" dirty="0"/>
          </a:p>
          <a:p>
            <a:endParaRPr lang="en-US" dirty="0"/>
          </a:p>
        </p:txBody>
      </p:sp>
      <p:sp>
        <p:nvSpPr>
          <p:cNvPr id="8" name="文本框 7">
            <a:extLst>
              <a:ext uri="{FF2B5EF4-FFF2-40B4-BE49-F238E27FC236}">
                <a16:creationId xmlns:a16="http://schemas.microsoft.com/office/drawing/2014/main" id="{5718137E-4DF1-69DA-6C2F-5C393B22CAB2}"/>
              </a:ext>
            </a:extLst>
          </p:cNvPr>
          <p:cNvSpPr txBox="1"/>
          <p:nvPr/>
        </p:nvSpPr>
        <p:spPr>
          <a:xfrm flipH="1">
            <a:off x="431819" y="6011498"/>
            <a:ext cx="9480606" cy="461665"/>
          </a:xfrm>
          <a:prstGeom prst="rect">
            <a:avLst/>
          </a:prstGeom>
          <a:noFill/>
        </p:spPr>
        <p:txBody>
          <a:bodyPr wrap="square" rtlCol="0">
            <a:spAutoFit/>
          </a:bodyPr>
          <a:lstStyle/>
          <a:p>
            <a:pPr indent="0"/>
            <a:r>
              <a:rPr lang="en-GB" altLang="zh-CN" sz="1200" dirty="0"/>
              <a:t>[1] Borah et al. (2017). BMJ Open. https://</a:t>
            </a:r>
            <a:r>
              <a:rPr lang="en-GB" altLang="zh-CN" sz="1200" dirty="0" err="1"/>
              <a:t>doi.org</a:t>
            </a:r>
            <a:r>
              <a:rPr lang="en-GB" altLang="zh-CN" sz="1200" dirty="0"/>
              <a:t>/10.1136/bmjopen-2016-012545</a:t>
            </a:r>
          </a:p>
          <a:p>
            <a:pPr indent="0"/>
            <a:r>
              <a:rPr lang="en-GB" altLang="zh-CN" sz="1200" dirty="0"/>
              <a:t>[2] Cao et al. (2025). Annals of Internal Medicine, 178(3), 389–401. https://</a:t>
            </a:r>
            <a:r>
              <a:rPr lang="en-GB" altLang="zh-CN" sz="1200" dirty="0" err="1"/>
              <a:t>doi.org</a:t>
            </a:r>
            <a:r>
              <a:rPr lang="en-GB" altLang="zh-CN" sz="1200" dirty="0"/>
              <a:t>/10.7326/ANNALS-24-02189</a:t>
            </a:r>
          </a:p>
        </p:txBody>
      </p:sp>
    </p:spTree>
    <p:extLst>
      <p:ext uri="{BB962C8B-B14F-4D97-AF65-F5344CB8AC3E}">
        <p14:creationId xmlns:p14="http://schemas.microsoft.com/office/powerpoint/2010/main" val="17225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56099-0CCC-7347-7ABB-DEAD278E1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89247-54A2-0B9F-769D-0715DE54CC91}"/>
              </a:ext>
            </a:extLst>
          </p:cNvPr>
          <p:cNvSpPr>
            <a:spLocks noGrp="1"/>
          </p:cNvSpPr>
          <p:nvPr>
            <p:ph type="ctrTitle"/>
          </p:nvPr>
        </p:nvSpPr>
        <p:spPr>
          <a:xfrm>
            <a:off x="431819" y="409575"/>
            <a:ext cx="7550693" cy="715169"/>
          </a:xfrm>
        </p:spPr>
        <p:txBody>
          <a:bodyPr/>
          <a:lstStyle/>
          <a:p>
            <a:r>
              <a:rPr lang="en-GB" dirty="0"/>
              <a:t>Aim</a:t>
            </a:r>
            <a:r>
              <a:rPr lang="zh-CN" altLang="en-US" dirty="0"/>
              <a:t> </a:t>
            </a:r>
            <a:r>
              <a:rPr lang="en-US" altLang="zh-CN" dirty="0"/>
              <a:t>&amp;</a:t>
            </a:r>
            <a:r>
              <a:rPr lang="zh-CN" altLang="en-US" dirty="0"/>
              <a:t> </a:t>
            </a:r>
            <a:r>
              <a:rPr lang="en-US" altLang="zh-CN" dirty="0"/>
              <a:t>Objectives</a:t>
            </a:r>
            <a:r>
              <a:rPr lang="en-GB" dirty="0"/>
              <a:t> </a:t>
            </a:r>
            <a:endParaRPr lang="en-US" dirty="0"/>
          </a:p>
        </p:txBody>
      </p:sp>
      <p:sp>
        <p:nvSpPr>
          <p:cNvPr id="3" name="Text Placeholder 2">
            <a:extLst>
              <a:ext uri="{FF2B5EF4-FFF2-40B4-BE49-F238E27FC236}">
                <a16:creationId xmlns:a16="http://schemas.microsoft.com/office/drawing/2014/main" id="{2780C4B8-FF3F-D6D9-F0B1-FD7F84921C4C}"/>
              </a:ext>
            </a:extLst>
          </p:cNvPr>
          <p:cNvSpPr>
            <a:spLocks noGrp="1"/>
          </p:cNvSpPr>
          <p:nvPr>
            <p:ph type="body" sz="quarter" idx="11"/>
          </p:nvPr>
        </p:nvSpPr>
        <p:spPr>
          <a:xfrm>
            <a:off x="568091" y="1340817"/>
            <a:ext cx="11055817" cy="4176365"/>
          </a:xfrm>
        </p:spPr>
        <p:txBody>
          <a:bodyPr/>
          <a:lstStyle/>
          <a:p>
            <a:pPr marL="285750" indent="-285750">
              <a:buFont typeface="Arial" panose="020B0604020202020204" pitchFamily="34" charset="0"/>
              <a:buChar char="•"/>
            </a:pPr>
            <a:r>
              <a:rPr lang="en-US" dirty="0"/>
              <a:t>Aim</a:t>
            </a:r>
          </a:p>
          <a:p>
            <a:pPr lvl="1" indent="0">
              <a:buNone/>
            </a:pPr>
            <a:r>
              <a:rPr lang="en-US" dirty="0"/>
              <a:t>To build and evaluate an LLM-based </a:t>
            </a:r>
            <a:r>
              <a:rPr lang="en" altLang="zh-CN" dirty="0"/>
              <a:t>human-AI collaborative system that automates abstract screening in systematic literature reviews</a:t>
            </a:r>
            <a:endParaRPr lang="en-US" dirty="0"/>
          </a:p>
          <a:p>
            <a:pPr marL="285750" indent="-285750">
              <a:buFont typeface="Arial" panose="020B0604020202020204" pitchFamily="34" charset="0"/>
              <a:buChar char="•"/>
            </a:pPr>
            <a:r>
              <a:rPr lang="en-US" dirty="0"/>
              <a:t>Objectives</a:t>
            </a:r>
          </a:p>
          <a:p>
            <a:pPr marL="1028700" lvl="1" indent="-342900">
              <a:buFont typeface="+mj-lt"/>
              <a:buAutoNum type="arabicPeriod"/>
            </a:pPr>
            <a:r>
              <a:rPr lang="en-US" dirty="0"/>
              <a:t>Review and benchmark existing abstract screening approaches</a:t>
            </a:r>
          </a:p>
          <a:p>
            <a:pPr marL="1028700" lvl="1" indent="-342900">
              <a:buFont typeface="+mj-lt"/>
              <a:buAutoNum type="arabicPeriod"/>
            </a:pPr>
            <a:r>
              <a:rPr lang="en-US" dirty="0"/>
              <a:t>Construct a suitable dataset for evaluation</a:t>
            </a:r>
          </a:p>
          <a:p>
            <a:pPr marL="1028700" lvl="1" indent="-342900">
              <a:buFont typeface="+mj-lt"/>
              <a:buAutoNum type="arabicPeriod"/>
            </a:pPr>
            <a:r>
              <a:rPr lang="en-US" dirty="0"/>
              <a:t>Design and implement an LLM-based screening pipeline</a:t>
            </a:r>
          </a:p>
          <a:p>
            <a:pPr marL="1028700" lvl="1" indent="-342900">
              <a:buFont typeface="+mj-lt"/>
              <a:buAutoNum type="arabicPeriod"/>
            </a:pPr>
            <a:r>
              <a:rPr lang="en-US" dirty="0"/>
              <a:t>Evaluate and compare performance against established baselines</a:t>
            </a:r>
          </a:p>
          <a:p>
            <a:pPr marL="342900" indent="-342900">
              <a:buFont typeface="Arial" panose="020B0604020202020204" pitchFamily="34" charset="0"/>
              <a:buChar char="•"/>
            </a:pPr>
            <a:r>
              <a:rPr lang="en-US" dirty="0"/>
              <a:t>Hypothesis</a:t>
            </a:r>
          </a:p>
          <a:p>
            <a:pPr lvl="1" indent="0">
              <a:buNone/>
            </a:pPr>
            <a:r>
              <a:rPr lang="en" altLang="zh-CN" dirty="0"/>
              <a:t>An LLM-based abstract</a:t>
            </a:r>
            <a:r>
              <a:rPr lang="zh-CN" altLang="en-US" dirty="0"/>
              <a:t> </a:t>
            </a:r>
            <a:r>
              <a:rPr lang="en" altLang="zh-CN" dirty="0"/>
              <a:t>screening pipeline will achieve </a:t>
            </a:r>
            <a:r>
              <a:rPr lang="en-US" altLang="zh-CN" dirty="0"/>
              <a:t>&gt;=</a:t>
            </a:r>
            <a:r>
              <a:rPr lang="en" altLang="zh-CN" dirty="0"/>
              <a:t>90% sensitivity on abstract screening, outperforming traditional ML baselines</a:t>
            </a:r>
            <a:endParaRPr lang="en-US" dirty="0"/>
          </a:p>
        </p:txBody>
      </p:sp>
    </p:spTree>
    <p:extLst>
      <p:ext uri="{BB962C8B-B14F-4D97-AF65-F5344CB8AC3E}">
        <p14:creationId xmlns:p14="http://schemas.microsoft.com/office/powerpoint/2010/main" val="3023357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497F6-5130-B0BB-6D30-E93DCA96E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EA7A4-6288-91EC-9CE0-DD8F61E2C3F5}"/>
              </a:ext>
            </a:extLst>
          </p:cNvPr>
          <p:cNvSpPr>
            <a:spLocks noGrp="1"/>
          </p:cNvSpPr>
          <p:nvPr>
            <p:ph type="ctrTitle"/>
          </p:nvPr>
        </p:nvSpPr>
        <p:spPr>
          <a:xfrm>
            <a:off x="431819" y="409575"/>
            <a:ext cx="7550693" cy="643161"/>
          </a:xfrm>
        </p:spPr>
        <p:txBody>
          <a:bodyPr/>
          <a:lstStyle/>
          <a:p>
            <a:r>
              <a:rPr lang="en-GB" dirty="0"/>
              <a:t>How it will be done</a:t>
            </a:r>
          </a:p>
        </p:txBody>
      </p:sp>
      <p:sp>
        <p:nvSpPr>
          <p:cNvPr id="3" name="Text Placeholder 2">
            <a:extLst>
              <a:ext uri="{FF2B5EF4-FFF2-40B4-BE49-F238E27FC236}">
                <a16:creationId xmlns:a16="http://schemas.microsoft.com/office/drawing/2014/main" id="{BB47B4B1-259A-2096-3004-54B15F7DED24}"/>
              </a:ext>
            </a:extLst>
          </p:cNvPr>
          <p:cNvSpPr>
            <a:spLocks noGrp="1"/>
          </p:cNvSpPr>
          <p:nvPr>
            <p:ph type="body" sz="quarter" idx="11"/>
          </p:nvPr>
        </p:nvSpPr>
        <p:spPr>
          <a:xfrm>
            <a:off x="839416" y="1484784"/>
            <a:ext cx="10848487" cy="3528300"/>
          </a:xfrm>
        </p:spPr>
        <p:txBody>
          <a:bodyPr/>
          <a:lstStyle/>
          <a:p>
            <a:pPr indent="0"/>
            <a:r>
              <a:rPr lang="en-GB" dirty="0"/>
              <a:t>Data &amp; Sources:</a:t>
            </a:r>
          </a:p>
          <a:p>
            <a:pPr lvl="1" indent="0">
              <a:buNone/>
            </a:pPr>
            <a:r>
              <a:rPr lang="en-GB" dirty="0"/>
              <a:t>SYNERGY dataset (26 reviews, title + abstract + binary label)</a:t>
            </a:r>
          </a:p>
          <a:p>
            <a:pPr indent="0"/>
            <a:r>
              <a:rPr lang="en-GB" dirty="0"/>
              <a:t>Methods：</a:t>
            </a:r>
          </a:p>
          <a:p>
            <a:pPr marL="1028700" lvl="1" indent="-342900">
              <a:buFont typeface="+mj-lt"/>
              <a:buAutoNum type="arabicPeriod"/>
            </a:pPr>
            <a:r>
              <a:rPr lang="en-GB" dirty="0"/>
              <a:t>Design an LLM-based agent for abstract screening, guided by structured eligibility criteria</a:t>
            </a:r>
          </a:p>
          <a:p>
            <a:pPr marL="1028700" lvl="1" indent="-342900">
              <a:buFont typeface="+mj-lt"/>
              <a:buAutoNum type="arabicPeriod"/>
            </a:pPr>
            <a:r>
              <a:rPr lang="en-GB" dirty="0"/>
              <a:t>Evaluate single-model and multi-model (actor-critic) agent configurations  [1]</a:t>
            </a:r>
          </a:p>
          <a:p>
            <a:pPr marL="1028700" lvl="1" indent="-342900">
              <a:buFont typeface="+mj-lt"/>
              <a:buAutoNum type="arabicPeriod"/>
            </a:pPr>
            <a:r>
              <a:rPr lang="en-GB" dirty="0"/>
              <a:t>Benchmark against traditional ML and existing LLM baselines</a:t>
            </a:r>
          </a:p>
          <a:p>
            <a:pPr indent="0"/>
            <a:r>
              <a:rPr lang="en-GB" dirty="0"/>
              <a:t>Expected outcomes：</a:t>
            </a:r>
          </a:p>
          <a:p>
            <a:pPr marL="971550" lvl="1" indent="-285750">
              <a:buFont typeface="Arial" panose="020B0604020202020204" pitchFamily="34" charset="0"/>
              <a:buChar char="•"/>
            </a:pPr>
            <a:r>
              <a:rPr lang="en-GB" dirty="0"/>
              <a:t>An agentic screening system generalising across multiple review domains</a:t>
            </a:r>
          </a:p>
          <a:p>
            <a:pPr marL="971550" lvl="1" indent="-285750">
              <a:buFont typeface="Arial" panose="020B0604020202020204" pitchFamily="34" charset="0"/>
              <a:buChar char="•"/>
            </a:pPr>
            <a:r>
              <a:rPr lang="en-GB" dirty="0"/>
              <a:t>Evidence on optimal agent configuration for human-AI collaborative screening</a:t>
            </a:r>
          </a:p>
          <a:p>
            <a:pPr indent="0"/>
            <a:r>
              <a:rPr lang="en-GB" dirty="0"/>
              <a:t>Evaluation：</a:t>
            </a:r>
          </a:p>
          <a:p>
            <a:pPr lvl="1" indent="0">
              <a:buNone/>
            </a:pPr>
            <a:r>
              <a:rPr lang="en-GB" dirty="0"/>
              <a:t>Sensitivity, specificity, and AUC</a:t>
            </a:r>
          </a:p>
        </p:txBody>
      </p:sp>
      <p:sp>
        <p:nvSpPr>
          <p:cNvPr id="8" name="文本框 7">
            <a:extLst>
              <a:ext uri="{FF2B5EF4-FFF2-40B4-BE49-F238E27FC236}">
                <a16:creationId xmlns:a16="http://schemas.microsoft.com/office/drawing/2014/main" id="{B458ED40-E563-677E-2693-5AF866CB3B05}"/>
              </a:ext>
            </a:extLst>
          </p:cNvPr>
          <p:cNvSpPr txBox="1"/>
          <p:nvPr/>
        </p:nvSpPr>
        <p:spPr>
          <a:xfrm flipH="1">
            <a:off x="431819" y="6011498"/>
            <a:ext cx="9480606" cy="461665"/>
          </a:xfrm>
          <a:prstGeom prst="rect">
            <a:avLst/>
          </a:prstGeom>
          <a:noFill/>
        </p:spPr>
        <p:txBody>
          <a:bodyPr wrap="square" rtlCol="0">
            <a:spAutoFit/>
          </a:bodyPr>
          <a:lstStyle/>
          <a:p>
            <a:pPr indent="0"/>
            <a:r>
              <a:rPr lang="en-GB" sz="1200" dirty="0"/>
              <a:t>[1] Godhwani, K. and </a:t>
            </a:r>
            <a:r>
              <a:rPr lang="en-GB" sz="1200" dirty="0" err="1"/>
              <a:t>Benrimoh</a:t>
            </a:r>
            <a:r>
              <a:rPr lang="en-GB" sz="1200" dirty="0"/>
              <a:t>, D. (2025) </a:t>
            </a:r>
            <a:r>
              <a:rPr lang="en-GB" sz="1200" i="1" dirty="0"/>
              <a:t>LLM-assisted abstract screening with OLIVER: Evaluating calibration and single-model vs. actor-critic configurations in literature reviews</a:t>
            </a:r>
            <a:r>
              <a:rPr lang="en-GB" sz="1200" dirty="0"/>
              <a:t>. </a:t>
            </a:r>
            <a:r>
              <a:rPr lang="en-GB" sz="1200" dirty="0" err="1"/>
              <a:t>arXiv</a:t>
            </a:r>
            <a:r>
              <a:rPr lang="en-GB" sz="1200" dirty="0"/>
              <a:t>. Available at: </a:t>
            </a:r>
            <a:r>
              <a:rPr lang="en-GB" sz="1200" dirty="0">
                <a:hlinkClick r:id="rId3"/>
              </a:rPr>
              <a:t>https://doi.org/10.48550/arXiv.2512.20022</a:t>
            </a:r>
            <a:endParaRPr lang="en-GB" sz="1200" dirty="0"/>
          </a:p>
        </p:txBody>
      </p:sp>
    </p:spTree>
    <p:extLst>
      <p:ext uri="{BB962C8B-B14F-4D97-AF65-F5344CB8AC3E}">
        <p14:creationId xmlns:p14="http://schemas.microsoft.com/office/powerpoint/2010/main" val="2351081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408D5-3863-46B2-0844-2B217353F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9FC06-6E54-F1C6-0A1E-B4BC2EF8AB12}"/>
              </a:ext>
            </a:extLst>
          </p:cNvPr>
          <p:cNvSpPr>
            <a:spLocks noGrp="1"/>
          </p:cNvSpPr>
          <p:nvPr>
            <p:ph type="ctrTitle"/>
          </p:nvPr>
        </p:nvSpPr>
        <p:spPr>
          <a:xfrm>
            <a:off x="426448" y="0"/>
            <a:ext cx="7550693" cy="715169"/>
          </a:xfrm>
        </p:spPr>
        <p:txBody>
          <a:bodyPr/>
          <a:lstStyle/>
          <a:p>
            <a:r>
              <a:rPr lang="en-GB" dirty="0"/>
              <a:t>AI Regulatory Considerations</a:t>
            </a:r>
            <a:br>
              <a:rPr lang="en-GB" dirty="0"/>
            </a:br>
            <a:r>
              <a:rPr lang="en-GB" dirty="0"/>
              <a:t> </a:t>
            </a:r>
            <a:br>
              <a:rPr lang="en-GB" dirty="0"/>
            </a:br>
            <a:endParaRPr lang="en-US" dirty="0"/>
          </a:p>
        </p:txBody>
      </p:sp>
      <p:sp>
        <p:nvSpPr>
          <p:cNvPr id="3" name="Text Placeholder 2">
            <a:extLst>
              <a:ext uri="{FF2B5EF4-FFF2-40B4-BE49-F238E27FC236}">
                <a16:creationId xmlns:a16="http://schemas.microsoft.com/office/drawing/2014/main" id="{0B51E10E-C03B-CACB-EBD8-4570CBB747DC}"/>
              </a:ext>
            </a:extLst>
          </p:cNvPr>
          <p:cNvSpPr>
            <a:spLocks noGrp="1"/>
          </p:cNvSpPr>
          <p:nvPr>
            <p:ph type="body" sz="quarter" idx="11"/>
          </p:nvPr>
        </p:nvSpPr>
        <p:spPr>
          <a:xfrm>
            <a:off x="316063" y="715169"/>
            <a:ext cx="11559873" cy="4752528"/>
          </a:xfrm>
        </p:spPr>
        <p:txBody>
          <a:bodyPr/>
          <a:lstStyle/>
          <a:p>
            <a:pPr marL="114300" indent="-342900">
              <a:buAutoNum type="arabicPeriod"/>
            </a:pPr>
            <a:r>
              <a:rPr lang="en-US" dirty="0"/>
              <a:t>Cross-Sectoral Principles</a:t>
            </a:r>
          </a:p>
          <a:p>
            <a:pPr marL="800100" lvl="1" indent="-342900">
              <a:buFont typeface="Arial" panose="020B0604020202020204" pitchFamily="34" charset="0"/>
              <a:buChar char="•"/>
            </a:pPr>
            <a:r>
              <a:rPr lang="en-US" dirty="0"/>
              <a:t>Safety: </a:t>
            </a:r>
            <a:r>
              <a:rPr lang="en" altLang="zh-CN" dirty="0"/>
              <a:t>False negatives risk incomplete evidence synthesis → human oversight required</a:t>
            </a:r>
            <a:endParaRPr lang="en-US" dirty="0"/>
          </a:p>
          <a:p>
            <a:pPr marL="800100" lvl="1" indent="-342900">
              <a:buFont typeface="Arial" panose="020B0604020202020204" pitchFamily="34" charset="0"/>
              <a:buChar char="•"/>
            </a:pPr>
            <a:r>
              <a:rPr lang="en-US" dirty="0"/>
              <a:t>Fairness: </a:t>
            </a:r>
            <a:r>
              <a:rPr lang="en" altLang="zh-CN" dirty="0"/>
              <a:t>SYNERGY may underrepresent non-English/non-biomedical domains</a:t>
            </a:r>
          </a:p>
          <a:p>
            <a:pPr marL="800100" lvl="1" indent="-342900">
              <a:buFont typeface="Arial" panose="020B0604020202020204" pitchFamily="34" charset="0"/>
              <a:buChar char="•"/>
            </a:pPr>
            <a:r>
              <a:rPr lang="en-US" dirty="0"/>
              <a:t>Transparency: </a:t>
            </a:r>
            <a:r>
              <a:rPr lang="en" altLang="zh-CN" dirty="0"/>
              <a:t>LLM reasoning opaque; structured prompting partially mitigates this</a:t>
            </a:r>
            <a:endParaRPr lang="en-US" dirty="0"/>
          </a:p>
          <a:p>
            <a:pPr marL="800100" lvl="1" indent="-342900">
              <a:buFont typeface="Arial" panose="020B0604020202020204" pitchFamily="34" charset="0"/>
              <a:buChar char="•"/>
            </a:pPr>
            <a:r>
              <a:rPr lang="en-US" dirty="0"/>
              <a:t>Accountability: </a:t>
            </a:r>
            <a:r>
              <a:rPr lang="en" altLang="zh-CN" dirty="0"/>
              <a:t>Researchers retain final inclusion authority; LLM is assistant only</a:t>
            </a:r>
          </a:p>
          <a:p>
            <a:pPr marL="800100" lvl="1" indent="-342900">
              <a:buFont typeface="Arial" panose="020B0604020202020204" pitchFamily="34" charset="0"/>
              <a:buChar char="•"/>
            </a:pPr>
            <a:r>
              <a:rPr lang="en-US" dirty="0"/>
              <a:t>Contestability:</a:t>
            </a:r>
            <a:r>
              <a:rPr lang="zh-CN" altLang="en-US" dirty="0"/>
              <a:t> </a:t>
            </a:r>
            <a:r>
              <a:rPr lang="en" altLang="zh-CN" dirty="0"/>
              <a:t>All screening decisions remain auditable and reversible</a:t>
            </a:r>
            <a:endParaRPr lang="en-US" dirty="0"/>
          </a:p>
          <a:p>
            <a:pPr marL="114300" indent="-342900">
              <a:buAutoNum type="arabicPeriod"/>
            </a:pPr>
            <a:r>
              <a:rPr lang="en-US" dirty="0"/>
              <a:t>AI system Classification</a:t>
            </a:r>
          </a:p>
          <a:p>
            <a:pPr lvl="1" indent="0">
              <a:buNone/>
            </a:pPr>
            <a:r>
              <a:rPr lang="en" altLang="zh-CN" dirty="0"/>
              <a:t>Under the UK AI framework, this project is classified as limited-risk AI (decision-support tool with human oversight), not high-risk, as it does not make autonomous decisions affecting individuals' rights or safety.</a:t>
            </a:r>
            <a:endParaRPr lang="en-US" dirty="0"/>
          </a:p>
          <a:p>
            <a:pPr marL="342900" indent="-342900">
              <a:buAutoNum type="arabicPeriod" startAt="3"/>
            </a:pPr>
            <a:r>
              <a:rPr lang="en-US" dirty="0"/>
              <a:t>Societal Harm &amp; Misue Risks</a:t>
            </a:r>
          </a:p>
          <a:p>
            <a:r>
              <a:rPr lang="en" altLang="zh-CN" dirty="0"/>
              <a:t>Low direct harm: data is published academic abstracts, no personal data involved</a:t>
            </a:r>
          </a:p>
          <a:p>
            <a:r>
              <a:rPr lang="en" altLang="zh-CN" dirty="0"/>
              <a:t>Indirect risk: over-reliance may introduce bias into evidence synthesis, affecting downstream policy decisions</a:t>
            </a:r>
          </a:p>
          <a:p>
            <a:r>
              <a:rPr lang="en" altLang="zh-CN" dirty="0"/>
              <a:t>Mitigation: human-in-the-loop validation and transparent reporting</a:t>
            </a:r>
          </a:p>
          <a:p>
            <a:pPr indent="0"/>
            <a:endParaRPr lang="en-US" dirty="0"/>
          </a:p>
        </p:txBody>
      </p:sp>
    </p:spTree>
    <p:extLst>
      <p:ext uri="{BB962C8B-B14F-4D97-AF65-F5344CB8AC3E}">
        <p14:creationId xmlns:p14="http://schemas.microsoft.com/office/powerpoint/2010/main" val="3781131464"/>
      </p:ext>
    </p:extLst>
  </p:cSld>
  <p:clrMapOvr>
    <a:masterClrMapping/>
  </p:clrMapOvr>
</p:sld>
</file>

<file path=ppt/theme/theme1.xml><?xml version="1.0" encoding="utf-8"?>
<a:theme xmlns:a="http://schemas.openxmlformats.org/drawingml/2006/main" name="UCL Slides templates - Simple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CL-Powerpoint-Template-UCLSans-UserTest" id="{C27536D9-30EE-8F40-884F-9B8503BB78CC}" vid="{2812A23A-B212-8C47-86B3-DEF37C047B0D}"/>
    </a:ext>
  </a:extLst>
</a:theme>
</file>

<file path=ppt/theme/theme2.xml><?xml version="1.0" encoding="utf-8"?>
<a:theme xmlns:a="http://schemas.openxmlformats.org/drawingml/2006/main" name="UCL Slides templates - Complex design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CL-Powerpoint-Template-UCLSans-UserTest" id="{C27536D9-30EE-8F40-884F-9B8503BB78CC}" vid="{48DDD679-D01D-0E41-9682-843B2A2815E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UCL Slides templates - Simple theme</Template>
  <TotalTime>5039</TotalTime>
  <Words>645</Words>
  <Application>Microsoft Macintosh PowerPoint</Application>
  <PresentationFormat>宽屏</PresentationFormat>
  <Paragraphs>66</Paragraphs>
  <Slides>5</Slides>
  <Notes>5</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5</vt:i4>
      </vt:variant>
    </vt:vector>
  </HeadingPairs>
  <TitlesOfParts>
    <vt:vector size="12" baseType="lpstr">
      <vt:lpstr>Aptos</vt:lpstr>
      <vt:lpstr>UCL Sans SemiBold</vt:lpstr>
      <vt:lpstr>Wingdings</vt:lpstr>
      <vt:lpstr>UCL Sans</vt:lpstr>
      <vt:lpstr>Arial</vt:lpstr>
      <vt:lpstr>UCL Slides templates - Simple theme</vt:lpstr>
      <vt:lpstr>UCL Slides templates - Complex design theme</vt:lpstr>
      <vt:lpstr>Automating Systematic Literature Surveys</vt:lpstr>
      <vt:lpstr>Background to the Problem </vt:lpstr>
      <vt:lpstr>Aim &amp; Objectives </vt:lpstr>
      <vt:lpstr>How it will be done</vt:lpstr>
      <vt:lpstr>AI Regulatory Considerations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ucypevl-test</dc:creator>
  <cp:keywords/>
  <dc:description/>
  <cp:lastModifiedBy>Hairi Amin</cp:lastModifiedBy>
  <cp:revision>217</cp:revision>
  <dcterms:created xsi:type="dcterms:W3CDTF">2025-12-03T11:00:22Z</dcterms:created>
  <dcterms:modified xsi:type="dcterms:W3CDTF">2026-03-24T08:11:05Z</dcterms:modified>
  <cp:category/>
</cp:coreProperties>
</file>